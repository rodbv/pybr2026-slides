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youts escuros" id="{7bbf8dd9-6785-c459-cf34-2b3f773c330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Layouts claros" id="{c4c441d3-65f7-b353-947c-9b7739780e8e}">
          <p14:sldIdLst>
            <p14:sldId id="276"/>
            <p14:sldId id="277"/>
            <p14:sldId id="278"/>
            <p14:sldId id="279"/>
            <p14:sldId id="280"/>
            <p14:sldId id="281"/>
            <p14:sldId id="282"/>
            <p14:sldId id="283"/>
            <p14:sldId id="284"/>
            <p14:sldId id="285"/>
            <p14:sldId id="286"/>
            <p14:sldId id="287"/>
            <p14:sldId id="288"/>
            <p14:sldId id="289"/>
          </p14:sldIdLst>
        </p14:section>
        <p14:section name="Figurinhas" id="{643ec04c-ea84-01a9-a6f9-87ad087477b5}">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Contraste com o fundo</c:v>
                </c:pt>
              </c:strCache>
            </c:strRef>
          </c:tx>
          <c:spPr>
            <a:solidFill>
              <a:srgbClr val="B7FF06"/>
            </a:solidFill>
            <a:effectLst/>
          </c:spPr>
          <c:invertIfNegative val="0"/>
          <c:dLbls>
            <c:numFmt formatCode="0.0" sourceLinked="0"/>
            <c:txPr>
              <a:bodyPr/>
              <a:lstStyle/>
              <a:p>
                <a:pPr>
                  <a:defRPr b="1" i="0" strike="noStrike" sz="1400" u="none">
                    <a:solidFill>
                      <a:srgbClr val="E8F4BA"/>
                    </a:solidFill>
                    <a:latin typeface="Inter"/>
                  </a:defRPr>
                </a:pPr>
              </a:p>
            </c:txPr>
            <c:showLegendKey val="0"/>
            <c:showVal val="1"/>
            <c:showCatName val="0"/>
            <c:showSerName val="0"/>
            <c:showPercent val="0"/>
            <c:showBubbleSize val="0"/>
            <c:showLeaderLines val="0"/>
          </c:dLbls>
          <c:cat>
            <c:multiLvlStrRef>
              <c:f>Sheet1!$A$2:$A$5</c:f>
              <c:multiLvlStrCache>
                <c:ptCount val="4"/>
                <c:lvl>
                  <c:pt idx="0">
                    <c:v>Texto</c:v>
                  </c:pt>
                  <c:pt idx="1">
                    <c:v>Limão</c:v>
                  </c:pt>
                  <c:pt idx="2">
                    <c:v>Cinza</c:v>
                  </c:pt>
                  <c:pt idx="3">
                    <c:v>Mínimo</c:v>
                  </c:pt>
                </c:lvl>
              </c:multiLvlStrCache>
            </c:multiLvlStrRef>
          </c:cat>
          <c:val>
            <c:numRef>
              <c:f>Sheet1!$B$2:$B$5</c:f>
              <c:numCache>
                <c:formatCode>General</c:formatCode>
                <c:ptCount val="4"/>
                <c:pt idx="0">
                  <c:v>16.5</c:v>
                </c:pt>
                <c:pt idx="1">
                  <c:v>15.8</c:v>
                </c:pt>
                <c:pt idx="2">
                  <c:v>8.1</c:v>
                </c:pt>
                <c:pt idx="3">
                  <c:v>4.5</c:v>
                </c:pt>
              </c:numCache>
            </c:numRef>
          </c:val>
        </c:ser>
        <c:dLbls>
          <c:numFmt formatCode="0.0" sourceLinked="0"/>
          <c:txPr>
            <a:bodyPr/>
            <a:lstStyle/>
            <a:p>
              <a:pPr>
                <a:defRPr b="1" i="0" strike="noStrike" sz="1400" u="none">
                  <a:solidFill>
                    <a:srgbClr val="E8F4BA"/>
                  </a:solidFill>
                  <a:latin typeface="Inter"/>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E8F4BA"/>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Contraste com o fundo</c:v>
                </c:pt>
              </c:strCache>
            </c:strRef>
          </c:tx>
          <c:spPr>
            <a:solidFill>
              <a:srgbClr val="0F0F0F"/>
            </a:solidFill>
            <a:effectLst/>
          </c:spPr>
          <c:invertIfNegative val="0"/>
          <c:dLbls>
            <c:numFmt formatCode="0.0" sourceLinked="0"/>
            <c:txPr>
              <a:bodyPr/>
              <a:lstStyle/>
              <a:p>
                <a:pPr>
                  <a:defRPr b="1" i="0" strike="noStrike" sz="1400" u="none">
                    <a:solidFill>
                      <a:srgbClr val="0F0F0F"/>
                    </a:solidFill>
                    <a:latin typeface="Inter"/>
                  </a:defRPr>
                </a:pPr>
              </a:p>
            </c:txPr>
            <c:showLegendKey val="0"/>
            <c:showVal val="1"/>
            <c:showCatName val="0"/>
            <c:showSerName val="0"/>
            <c:showPercent val="0"/>
            <c:showBubbleSize val="0"/>
            <c:showLeaderLines val="0"/>
          </c:dLbls>
          <c:cat>
            <c:multiLvlStrRef>
              <c:f>Sheet1!$A$2:$A$4</c:f>
              <c:multiLvlStrCache>
                <c:ptCount val="3"/>
                <c:lvl>
                  <c:pt idx="0">
                    <c:v>Texto</c:v>
                  </c:pt>
                  <c:pt idx="1">
                    <c:v>Cinza</c:v>
                  </c:pt>
                  <c:pt idx="2">
                    <c:v>Mínimo</c:v>
                  </c:pt>
                </c:lvl>
              </c:multiLvlStrCache>
            </c:multiLvlStrRef>
          </c:cat>
          <c:val>
            <c:numRef>
              <c:f>Sheet1!$B$2:$B$4</c:f>
              <c:numCache>
                <c:formatCode>General</c:formatCode>
                <c:ptCount val="3"/>
                <c:pt idx="0">
                  <c:v>19.2</c:v>
                </c:pt>
                <c:pt idx="1">
                  <c:v>8.9</c:v>
                </c:pt>
                <c:pt idx="2">
                  <c:v>4.5</c:v>
                </c:pt>
              </c:numCache>
            </c:numRef>
          </c:val>
        </c:ser>
        <c:dLbls>
          <c:numFmt formatCode="0.0" sourceLinked="0"/>
          <c:txPr>
            <a:bodyPr/>
            <a:lstStyle/>
            <a:p>
              <a:pPr>
                <a:defRPr b="1" i="0" strike="noStrike" sz="1400" u="none">
                  <a:solidFill>
                    <a:srgbClr val="0F0F0F"/>
                  </a:solidFill>
                  <a:latin typeface="Inter"/>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0F0F0F"/>
                </a:solidFill>
                <a:latin typeface="Inter"/>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Capa. Troque o título, o subtítulo e o nome. O dragão, o logo e o selo da data fazem parte do layout. Cada slide mostra um layout e traz uma dica, e as anotações, como esta, explicam a dica (no Google Slides, elas se chamam "anotações do apresentador"). No LibreOffice, abra Exibir &gt; Notas; no Google Slides e no PowerPoint, as anotações ficam embaixo do slide. Nenhuma dica é regra: use as que fizerem sentido para você e para a sua palestra, e apague o resto. Depois do encerramento escuro vem a versão clara dos layouts, com ainda mais dicas: vale ir até o fim. Agradecemos por compartilhar o que você sabe: a Python Brasil existe porque pessoas como você sobem ao palco.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Frase: uma ideia só, grande, para a mensagem principal ou para mudar de assunto. Se a frase passar de duas linhas, o layout Título e conteúdo costuma servir melhor. Quase toda pessoa palestrante fica nervosa, inclusive quem palestra há anos. O público escolheu a sua sala porque quer ouvir você e torce para dar certo. Se bater o nervosismo, procure um rosto amigo na plateia e fale para essa pessoa, como numa conversa. Dá até para combinar antes com uma pessoa amiga para sentar na frente. Se algo falhar no palco, comente com bom humor e siga em frente: a sala esquece em minutos.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Estas são dicas, não regras. O seu jeito de falar, o seu humor e a sua criatividade valem mais do que qualquer coisa neste modelo. Citação: até três linhas, com a fonte embaixo, quem disse e onde. Vale conferir a autoria numa fonte primária: muita frase famosa circula com o nome errado. As aspas verdes fazem parte do texto: ao trocar a citação, mantenha as duas.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Chegue cedo ao local da palestra. Com tempo para conhecer a sala, respirar e conversar com as pessoas, você sobe ao palco com mais calma. Título e conteúdo: de três a cinco tópicos por slide. O texto começa em 20 pt; se o programa diminuir a fonte para caber, dois slides costumam ficar mais legíveis. As fontes Inter e Cascadia Mono são gratuitas, em fonts.google.com; com as duas instaladas, os títulos ficam como aqui.</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4</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Sobre mim, logo depois da capa. Quem abre a sessão costuma apresentar você; se o tempo estiver curto, este slide pode sair ou virar uma linha na capa. Uma autodescrição ajuda pessoas cegas ou com baixa visão a formar a imagem de quem fala. Uma ou duas frases bastam, por exemplo: "Sou a Maria, tenho 1,60 m, cabelo preto solto, uso óculos verdes e uma camiseta da PyLadies."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5</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Agenda: a numeração é automática. Voltar a ele entre as partes ajuda o público a saber onde está.</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6</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Divisor de seção. Edite o número dentro do círculo e o título. Repetir o nome da parte da agenda ajuda o público a se localizar.</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7</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Duas colunas, cada uma com o seu título: antes e depois, problema e solução. Quem senta no fundo da sala também quer ler o slide. O slide apoia a sua fala; o detalhe e a “colinha” vão para as anotações do slide, que só você vê.</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8</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Texto à esquerda, imagem à direita. Clique no ícone do espaço reservado para inserir a imagem; ela é cortada para caber. O texto alternativo de cada imagem (botão direito &gt; Descrição, ou Texto alternativo) ajuda quem usa leitor de tela. Na palestra, uma frase sobre o que a imagem mostra ajuda quem não enxerga e quem só ouve a gravação, por exemplo: "Este diagrama mostra a requisição passando pelo cache antes do banco."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9</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Imagem sangrada à esquerda, texto à direita. Boa para fotos de pessoas, lugares e produtos. Fotos de bancos como Unsplash e Wikimedia Commons têm licenças diferentes: vale conferir se a licença de cada foto permite o uso numa palestra gravada, e creditar a autoria como a licença pede. CC BY pede o crédito; CC0 e domínio público não pedem, mas creditar é gentil; bancos de fotos gratuitas às vezes têm licença própria. Um formato de crédito que cabe em qualquer slide: Foto: nome da pessoa, licença, site.</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10</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Três imagens com legenda: passos de um fluxo, antes e depois, ou telas de um app. A tela inteira encolhida vira texto difícil de ler. Antes de capturar, vale aumentar o zoom do navegador ou a fonte do terminal. Confira também o que mais aparece na captura: senhas, tokens, e-mails, nomes de clientes, abas e notificações. Um retângulo por cima, no editor de imagem, esconde o que escapou.</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11</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Código com o tema Monokai. O cartão escuro aceita até 8 linhas de 15 pt, com cerca de 60 colunas. Se o trecho for maior, uma saída é dividir em mais slides ou refatorar o exemplo para mostrar só o que importa: 20 linhas pequenas ficam difíceis de ler do fundo da sala. Para ter as mesmas cores no seu código, use o slidesnippet.com com: tema Monokai, fundo #1A1A1A, fonte de 20px e altura de linha 1.2. Google Slides e PowerPoint: clique em Copy styled, clique dentro do cartão e cole. No Google, cole pelo menu Editar &gt; Colar para manter as cores. LibreOffice: clique em Download SVG e arraste o arquivo para o slide, sobre o cartão. Outra opção popular é o carbon.now.sh: escolha o tema Monokai, exporte em PNG ou SVG e insira a imagem no slide, em qualquer programa. Em imagens, escreva o código no texto alternativo (botão direito &gt; Descrição, ou Texto alternativo), para leitores de tela.</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12</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Dois trechos lado a lado: antes e depois de uma refatoração, ou duas formas de resolver o mesmo problema. Cada cartão aceita até 8 linhas e cerca de 30 colunas. Neste exemplo, a esquerda mostra a classe inteira, que só cabe em letra miúda; a direita mostra só a parte que a explicação usa. Para ter as mesmas cores no seu código, use o slidesnippet.com com: tema Monokai, fundo #1A1A1A, fonte de 20px e altura de linha 1.2. Google Slides e PowerPoint: clique em Copy styled, clique dentro do cartão e cole. No Google, cole pelo menu Editar &gt; Colar para manter as cores. LibreOffice: clique em Download SVG e arraste o arquivo para o slide, sobre o cartão. Outra opção popular é o carbon.now.sh: escolha o tema Monokai, exporte em PNG ou SVG e insira a imagem no slide, em qualquer programa. Em imagens, escreva o código no texto alternativo (botão direito &gt; Descrição, ou Texto alternativo), para leitores de tela.</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13</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Números. Até três costumam ler bem; o rótulo diz o que cada número mede. O círculo pixelado em volta do 8 é uma figurinha: arraste e estique para marcar outro número, ou apague. Neste exemplo: a partir de 18 pt, quem senta no fundo da sala costuma ler o texto; 8 linhas de código cabem no cartão com letra grande; 5 minutos é uma reserva comum para perguntas, se o seu horário permitir.</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14</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Três cartões, cada um com título e texto. Vídeo com som: nem sempre o áudio do computador sai nas caixas da sala. Teste o som antes; como plano B, um vídeo legendado ou narrado por você ao vivo funciona sem áudio. Live coding: com um vídeo da demo funcionando, ou capturas de cada passo salvas no computador, você troca para a gravação se algo falhar no palco e segue a palestra. Internet: com centenas de pessoas na mesma rede, a conexão fica lenta ou cai; vídeos, páginas e notebooks baixados antes não dependem dela. Arquivo: se o seu computador não funcionar com o projetor, o PDF abre em qualquer outro, com as fontes certas.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15</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Somente título: espaço livre para tabelas, gráficos e diagramas. Aqui, uma tabela nativa. A moderação da sessão costuma estar ocupada com a palestra anterior; quem é da organização ou do voluntariado na sala pode ajudar com o projetor, o microfone e o tempo. O grupo de palestrantes no Telegram reúne a organização e as outras pessoas palestrantes: é um bom lugar para dúvidas antes do evento. Um carregador e um adaptador de vídeo (HDMI ou USB-C) na mochila ajudam: nem toda sala tem os dois.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16</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Somente título com um gráfico nativo. No PowerPoint e no LibreOffice, edite os dados com o botão direito &gt; Editar dados. O Google Slides converte este gráfico em imagem na importação; lá, crie o gráfico em Inserir &gt; Gráfico. Cada barra é o contraste de uma cor do modelo com o fundo do slide. O WCAG pede pelo menos 4,5:1 para texto, a última barra. Se você usar outras cores, o verificador do WebAIM (webaim.org/resources/contrastchecker) mostra o contraste de cada par de cor de texto e cor de fundo.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17</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Imagem de fundo com legenda. Clique com o botão direito na imagem &gt; Substituir imagem. A faixa inferior é translúcida para a legenda ficar legível sobre qualquer foto. Duplique este slide para manter a faixa. Fotos suas ou de licença livre funcionam bem. Vale conferir se a licença permite o uso e creditar a autoria na legenda, como no exemplo.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18</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Referências. Um material por linha: o nome e o endereço curto. Links longos são difíceis de copiar da tela. Uma página só com todos os links (o README de um repositório no GitHub, um gist, uma página no GitHub Pages ou um Linktree) cabe num QR code no encerramento, e o público abre tudo pelo celular.</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19</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Este não é o último slide do modelo: a seguir vem a versão clara dos layouts, com ainda mais dicas. Encerramento, para "Valeu!", "Obrigada!", "Obrigado!" ou "Perguntas?". Este slide pode ficar na tela durante as perguntas. Com o QR code, o público abre os seus slides pelo celular, sem copiar o link da tela. Ele funciona melhor apontando para uma página só, com slides, código, referências e contatos: o README de um repositório no GitHub, um gist, uma página no GitHub Pages ou um Linktree. Assim você troca os links depois sem mudar o QR code. Para trocar o QR code: no LibreOffice, Inserir &gt; Objeto &gt; Código QR e de barras; no Google Slides e no PowerPoint, gere a imagem num gerador de QR code e substitua a de exemplo. Com o link escrito embaixo, quem está sem a câmera à mão também chega lá. Vale testar a leitura com o celular a alguns metros da tela. Uns 5 minutos para perguntas costumam bastar; combinar com quem modera como avisar o fim do tempo ajuda. Repetir a pergunta no microfone ajuda a sala e a gravação, que não ouvem quem perguntou. Tudo bem não saber uma resposta. "Não sei, posso ver e te respondo depois" é uma resposta honesta, e o contato no slide ajuda a continuar a conversa. Se uma pergunta desrespeitar o código de conduta, você não precisa responder: pode agradecer, passar para a próxima e avisar a organização depois.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20</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Capa, versão clara. Se a sala for muito iluminada ou o projetor for fraco, o fundo claro fica mais legível. Pergunte à organização como é a sua sala.</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21</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Divisor de seção, versão clara. A troca de parte é uma boa hora para uma pausa, e entre um slide e outro também: respire, beba um gole de água e siga. A pausa parece longa para quem fala e curta para quem ouve, e o público aproveita para acompanhar.</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22</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Título e conteúdo, versão clara. O telão mostra tudo o que aparece na sua tela, inclusive uma mensagem pessoal no meio da palestra. O modo Não perturbe existe no Linux, no macOS e no Windows; dá para ativar antes de subir ao palco e desativar depois. Ao digitar um endereço, o navegador sugere o que está no histórico; numa janela anônima ou num perfil novo do navegador, o histórico fica vazio.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23</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Duas colunas, versão clara. Um ensaio completo em voz alta mostra quanto tempo a palestra leva; ensaiada só na cabeça, ela costuma passar do tempo.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24</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Texto e imagem, versão clara. Parte do público pode ter baixa visão ou daltonismo; parte vai ver só a gravação. Para a informação não depender só da cor, junte a cor a um rótulo, um ícone ou uma forma: em vez de uma bolinha verde e uma vermelha, escreva também "passou" e "falhou".</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25</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Imagem e texto, versão clara. As anotações do slide aparecem só para você durante a apresentação (LibreOffice: Console do apresentador; Google Slides: Visualização do apresentador; PowerPoint: Modo de Exibição do Apresentador).</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26</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Código com o tema Monokai. O cartão escuro aceita até 8 linhas de 15 pt, com cerca de 60 colunas. Se o trecho for maior, uma saída é dividir em mais slides ou refatorar o exemplo para mostrar só o que importa: 20 linhas pequenas ficam difíceis de ler do fundo da sala. Para ter as mesmas cores no seu código, use o slidesnippet.com com: tema Monokai, fundo #1A1A1A, fonte de 20px e altura de linha 1.2. Google Slides e PowerPoint: clique em Copy styled, clique dentro do cartão e cole. No Google, cole pelo menu Editar &gt; Colar para manter as cores. LibreOffice: clique em Download SVG e arraste o arquivo para o slide, sobre o cartão. Outra opção popular é o carbon.now.sh: escolha o tema Monokai, exporte em PNG ou SVG e insira a imagem no slide, em qualquer programa. Em imagens, escreva o código no texto alternativo (botão direito &gt; Descrição, ou Texto alternativo), para leitores de tela.</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27</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Citação, versão clara, com a fonte embaixo: aqui, a PEP 20, que você também vê com import this.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28</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Frase, versão clara. Com menos texto no slide, a letra fica maior e a atenção do público fica em você.</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29</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Números, versão clara. Os números ficam em preto com o marca-texto limão, como nas páginas da marca. O contraste de 4,5:1 é o mínimo do WCAG para texto; todas as cores deste modelo passam. Uma ideia por slide ajuda quem lê devagar ou usa leitor de tela, e nenhuma informação passada só pela cor ajuda quem tem daltonismo.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30</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Três cartões, versão clara. O código de conduta da Python Brasil vale para todas as pessoas no evento, inclusive no palco: python.org.br/cdc. Dúvidas sobre algum conteúdo podem ir para o grupo de palestrantes no Telegram. Se você sofrer ou presenciar assédio, discriminação ou humilhação, procure a Equipe de Resposta.</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31</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Palestrante, versão clara. Com os pronomes no slide, quem cita a sua palestra depois acerta. Uma foto recente ajuda o público a encontrar você nos intervalos para continuar a conversa.</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32</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Gráfico, versão clara: as barras ficam pretas. Somente título com um gráfico nativo. No PowerPoint e no LibreOffice, edite os dados com o botão direito &gt; Editar dados. O Google Slides converte este gráfico em imagem na importação; lá, crie o gráfico em Inserir &gt; Gráfico. Cada barra é o contraste de uma cor do modelo com o fundo do slide. O WCAG pede pelo menos 4,5:1 para texto, a última barra. Se você usar outras cores, o verificador do WebAIM (webaim.org/resources/contrastchecker) mostra o contraste de cada par de cor de texto e cor de fundo.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33</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Uma mensagem da organização para você, no layout de encerramento. Antes do evento, a organização responde no grupo de palestrantes no Telegram. Na sua palestra, troque o texto pelos seus contatos e o QR code pelo link dos seus slides. Encerramento, para "Valeu!", "Obrigada!", "Obrigado!" ou "Perguntas?". Este slide pode ficar na tela durante as perguntas. Com o QR code, o público abre os seus slides pelo celular, sem copiar o link da tela. Ele funciona melhor apontando para uma página só, com slides, código, referências e contatos: o README de um repositório no GitHub, um gist, uma página no GitHub Pages ou um Linktree. Assim você troca os links depois sem mudar o QR code. Para trocar o QR code: no LibreOffice, Inserir &gt; Objeto &gt; Código QR e de barras; no Google Slides e no PowerPoint, gere a imagem num gerador de QR code e substitua a de exemplo. Com o link escrito embaixo, quem está sem a câmera à mão também chega lá. Vale testar a leitura com o celular a alguns metros da tela. Uns 5 minutos para perguntas costumam bastar; combinar com quem modera como avisar o fim do tempo ajuda. Repetir a pergunta no microfone ajuda a sala e a gravação, que não ouvem quem perguntou. Tudo bem não saber uma resposta. "Não sei, posso ver e te respondo depois" é uma resposta honesta, e o contato no slide ajuda a continuar a conversa. Se uma pergunta desrespeitar o código de conduta, você não precisa responder: pode agradecer, passar para a próxima e avisar a organização depois.</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34</a:t>
            </a:fld>
            <a:endParaRPr lang="pt-BR" sz="120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dirty="0"/>
              <a:t>Figurinhas para copiar e colar nos seus slides: clique numa figurinha, copie (Ctrl+C ou Cmd+C) e cole no seu slide. Para mudar o tamanho sem deformar, arraste um canto segurando Shift. O logo preto vai sobre fundo claro; o claro, sobre fundo escuro. O marca-texto é um retângulo: escreva por cima ou coloque-o atrás de uma palavra. Para destacar uma palavra dentro de um texto, a cor de realce do texto acompanha a palavra quando você edita. Um destaque chama atenção quando aparece pouco: uma figurinha por slide costuma bastar. Os arquivos originais estão na pasta assets/brand do repositório.</a:t>
            </a:r>
            <a:endParaRPr lang="pt-BR" sz="1200" dirty="0"/>
          </a:p>
        </p:txBody>
      </p:sp>
      <p:sp>
        <p:nvSpPr>
          <p:cNvPr id="4" name="Slide Number Placeholder 3"/>
          <p:cNvSpPr>
            <a:spLocks noGrp="1"/>
          </p:cNvSpPr>
          <p:nvPr>
            <p:ph type="sldNum" sz="quarter" idx="10"/>
          </p:nvPr>
        </p:nvSpPr>
        <p:spPr/>
        <p:txBody>
          <a:bodyPr/>
          <a:lstStyle/>
          <a:p>
            <a:fld id="{F7021451-1387-4CA6-816F-3879F97B5CBC}" type="slidenum">
              <a:rPr lang="pt-BR" sz="1200"/>
              <a:t>35</a:t>
            </a:fld>
            <a:endParaRPr lang="pt-BR" sz="120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image-1005-3.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image-1007-2.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image-1008-2.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image-1009-2.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image-1011-2.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image-1012-2.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image-1013-2.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image-1014-2.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image-1015-2.png"/><Relationship Id="rId3" Type="http://schemas.openxmlformats.org/officeDocument/2006/relationships/image" Target="../media/image-1015-3.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image" Target="../media/image-1017-1.png"/><Relationship Id="rId2" Type="http://schemas.openxmlformats.org/officeDocument/2006/relationships/image" Target="../media/image-1017-2.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018-1.png"/><Relationship Id="rId2" Type="http://schemas.openxmlformats.org/officeDocument/2006/relationships/image" Target="../media/image-1018-2.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1019-1.png"/><Relationship Id="rId2" Type="http://schemas.openxmlformats.org/officeDocument/2006/relationships/image" Target="../media/image-1019-2.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image" Target="../media/image-1021-1.png"/><Relationship Id="rId2" Type="http://schemas.openxmlformats.org/officeDocument/2006/relationships/image" Target="../media/image-1021-2.png"/><Relationship Id="rId3"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image" Target="../media/image-1022-1.png"/><Relationship Id="rId2" Type="http://schemas.openxmlformats.org/officeDocument/2006/relationships/image" Target="../media/image-1022-2.png"/><Relationship Id="rId3" Type="http://schemas.openxmlformats.org/officeDocument/2006/relationships/image" Target="../media/image-1022-3.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image" Target="../media/image-1023-1.png"/><Relationship Id="rId2" Type="http://schemas.openxmlformats.org/officeDocument/2006/relationships/image" Target="../media/image-1023-2.png"/><Relationship Id="rId3"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image" Target="../media/image-1024-1.png"/><Relationship Id="rId2" Type="http://schemas.openxmlformats.org/officeDocument/2006/relationships/image" Target="../media/image-1024-2.png"/><Relationship Id="rId3"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image" Target="../media/image-1025-1.png"/><Relationship Id="rId2" Type="http://schemas.openxmlformats.org/officeDocument/2006/relationships/image" Target="../media/image-1025-2.png"/><Relationship Id="rId3" Type="http://schemas.openxmlformats.org/officeDocument/2006/relationships/image" Target="../media/image-1025-3.png"/><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image" Target="../media/image-1026-1.png"/><Relationship Id="rId2" Type="http://schemas.openxmlformats.org/officeDocument/2006/relationships/image" Target="../media/image-1026-2.png"/><Relationship Id="rId3"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image" Target="../media/image-1027-1.png"/><Relationship Id="rId2" Type="http://schemas.openxmlformats.org/officeDocument/2006/relationships/image" Target="../media/image-1027-2.png"/><Relationship Id="rId3"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image" Target="../media/image-1028-1.png"/><Relationship Id="rId2" Type="http://schemas.openxmlformats.org/officeDocument/2006/relationships/image" Target="../media/image-1028-2.png"/><Relationship Id="rId3"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image" Target="../media/image-1029-1.png"/><Relationship Id="rId2" Type="http://schemas.openxmlformats.org/officeDocument/2006/relationships/image" Target="../media/image-1029-2.png"/><Relationship Id="rId3"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image" Target="../media/image-1030-1.png"/><Relationship Id="rId2" Type="http://schemas.openxmlformats.org/officeDocument/2006/relationships/image" Target="../media/image-1030-2.png"/><Relationship Id="rId3"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image" Target="../media/image-1031-1.png"/><Relationship Id="rId2" Type="http://schemas.openxmlformats.org/officeDocument/2006/relationships/image" Target="../media/image-1031-2.png"/><Relationship Id="rId3"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image" Target="../media/image-1032-1.png"/><Relationship Id="rId2" Type="http://schemas.openxmlformats.org/officeDocument/2006/relationships/image" Target="../media/image-1032-2.png"/><Relationship Id="rId3"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image" Target="../media/image-1033-1.png"/><Relationship Id="rId2" Type="http://schemas.openxmlformats.org/officeDocument/2006/relationships/image" Target="../media/image-1033-2.png"/><Relationship Id="rId3"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image" Target="../media/image-1034-1.png"/><Relationship Id="rId2" Type="http://schemas.openxmlformats.org/officeDocument/2006/relationships/image" Target="../media/image-1034-2.png"/><Relationship Id="rId3"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image" Target="../media/image-1035-1.png"/><Relationship Id="rId2" Type="http://schemas.openxmlformats.org/officeDocument/2006/relationships/image" Target="../media/image-1035-2.png"/><Relationship Id="rId3" Type="http://schemas.openxmlformats.org/officeDocument/2006/relationships/image" Target="../media/image-1035-3.png"/><Relationship Id="rId4"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image" Target="../media/image-1036-1.png"/><Relationship Id="rId2" Type="http://schemas.openxmlformats.org/officeDocument/2006/relationships/image" Target="../media/image-1036-2.png"/><Relationship Id="rId3"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image" Target="../media/image-1037-1.png"/><Relationship Id="rId2" Type="http://schemas.openxmlformats.org/officeDocument/2006/relationships/image" Target="../media/image-1037-2.png"/><Relationship Id="rId3"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image" Target="../media/image-1038-1.png"/><Relationship Id="rId2" Type="http://schemas.openxmlformats.org/officeDocument/2006/relationships/image" Target="../media/image-1038-2.png"/><Relationship Id="rId3"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image" Target="../media/image-1039-1.png"/><Relationship Id="rId2" Type="http://schemas.openxmlformats.org/officeDocument/2006/relationships/image" Target="../media/image-1039-2.png"/><Relationship Id="rId3"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image" Target="../media/image-1040-1.png"/><Relationship Id="rId2" Type="http://schemas.openxmlformats.org/officeDocument/2006/relationships/image" Target="../media/image-1040-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rgbClr val="0F0F0F"/>
        </a:solidFill>
      </p:bgPr>
    </p:bg>
    <p:spTree>
      <p:nvGrpSpPr>
        <p:cNvPr id="1" name=""/>
        <p:cNvGrpSpPr/>
        <p:nvPr/>
      </p:nvGrpSpPr>
      <p:grpSpPr>
        <a:xfrm>
          <a:off x="0" y="0"/>
          <a:ext cx="0" cy="0"/>
          <a:chOff x="0" y="0"/>
          <a:chExt cx="0" cy="0"/>
        </a:xfrm>
      </p:grpSpPr>
      <p:pic>
        <p:nvPicPr>
          <p:cNvPr id="2" name="Image 0" descr="python brasil">    </p:cNvPr>
          <p:cNvPicPr>
            <a:picLocks noChangeAspect="1"/>
          </p:cNvPicPr>
          <p:nvPr/>
        </p:nvPicPr>
        <p:blipFill>
          <a:blip r:embed="rId1"/>
          <a:stretch>
            <a:fillRect/>
          </a:stretch>
        </p:blipFill>
        <p:spPr>
          <a:xfrm>
            <a:off x="4846320" y="1965960"/>
            <a:ext cx="3840480" cy="2011095"/>
          </a:xfrm>
          <a:prstGeom prst="rect">
            <a:avLst/>
          </a:prstGeom>
        </p:spPr>
      </p:pic>
      <p:pic>
        <p:nvPicPr>
          <p:cNvPr id="3" name="Image 1" descr="/home/rodbv/code/pybr2026-slides/assets/brand/em-floripa-on-dark.png">    </p:cNvPr>
          <p:cNvPicPr>
            <a:picLocks noChangeAspect="1"/>
          </p:cNvPicPr>
          <p:nvPr/>
        </p:nvPicPr>
        <p:blipFill>
          <a:blip r:embed="rId2"/>
          <a:stretch>
            <a:fillRect/>
          </a:stretch>
        </p:blipFill>
        <p:spPr>
          <a:xfrm>
            <a:off x="4846320" y="4031919"/>
            <a:ext cx="691286" cy="127875"/>
          </a:xfrm>
          <a:prstGeom prst="rect">
            <a:avLst/>
          </a:prstGeom>
        </p:spPr>
      </p:pic>
      <p:pic>
        <p:nvPicPr>
          <p:cNvPr id="4" name="Image 2" descr="/home/rodbv/code/pybr2026-slides/assets/brand/year-on-dark.png">    </p:cNvPr>
          <p:cNvPicPr>
            <a:picLocks noChangeAspect="1"/>
          </p:cNvPicPr>
          <p:nvPr/>
        </p:nvPicPr>
        <p:blipFill>
          <a:blip r:embed="rId3"/>
          <a:stretch>
            <a:fillRect/>
          </a:stretch>
        </p:blipFill>
        <p:spPr>
          <a:xfrm>
            <a:off x="5979262" y="4041063"/>
            <a:ext cx="288036" cy="99095"/>
          </a:xfrm>
          <a:prstGeom prst="rect">
            <a:avLst/>
          </a:prstGeom>
        </p:spPr>
      </p:pic>
      <p:sp>
        <p:nvSpPr>
          <p:cNvPr id="5" name="Text 0"/>
          <p:cNvSpPr/>
          <p:nvPr/>
        </p:nvSpPr>
        <p:spPr>
          <a:xfrm>
            <a:off x="7132320" y="274320"/>
            <a:ext cx="1554480" cy="1554480"/>
          </a:xfrm>
          <a:prstGeom prst="ellipse">
            <a:avLst/>
          </a:prstGeom>
          <a:solidFill>
            <a:srgbClr val="B7FF06"/>
          </a:solidFill>
          <a:ln>
            <a:solidFill>
              <a:srgbClr val="B7FF06"/>
            </a:solidFill>
          </a:ln>
        </p:spPr>
        <p:txBody>
          <a:bodyPr wrap="square" rtlCol="0" anchor="ctr"/>
          <a:lstStyle/>
          <a:p>
            <a:pPr indent="0" marL="0">
              <a:buNone/>
            </a:pPr>
            <a:r>
              <a:rPr lang="en-US" dirty="0">
                <a:solidFill>
                  <a:srgbClr val="000000"/>
                </a:solidFill>
              </a:rPr>
              <a:t> </a:t>
            </a:r>
            <a:endParaRPr lang="en-US" dirty="0"/>
          </a:p>
        </p:txBody>
      </p:sp>
      <p:sp>
        <p:nvSpPr>
          <p:cNvPr id="6" name="Text 1"/>
          <p:cNvSpPr txBox="1"/>
          <p:nvPr/>
        </p:nvSpPr>
        <p:spPr>
          <a:xfrm>
            <a:off x="7132320" y="274320"/>
            <a:ext cx="1554480" cy="1554480"/>
          </a:xfrm>
          <a:prstGeom prst="rect">
            <a:avLst/>
          </a:prstGeom>
          <a:noFill/>
          <a:ln/>
        </p:spPr>
        <p:txBody>
          <a:bodyPr wrap="square" lIns="0" tIns="0" rIns="0" bIns="0" rtlCol="0" anchor="ctr"/>
          <a:lstStyle/>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14 a 19</a:t>
            </a:r>
            <a:endParaRPr lang="pt-BR" sz="1300" dirty="0"/>
          </a:p>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de outubro</a:t>
            </a:r>
            <a:endParaRPr lang="pt-BR" sz="1300" dirty="0"/>
          </a:p>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de 2026</a:t>
            </a:r>
            <a:endParaRPr lang="pt-BR" sz="1300" dirty="0"/>
          </a:p>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{Floripa/SC}</a:t>
            </a:r>
            <a:endParaRPr lang="pt-BR" sz="1300" dirty="0"/>
          </a:p>
        </p:txBody>
      </p:sp>
      <p:sp>
        <p:nvSpPr>
          <p:cNvPr id="7" name="Text 2"/>
          <p:cNvSpPr/>
          <p:nvPr>
            <p:ph idx="105" type="title" hasCustomPrompt="1"/>
          </p:nvPr>
        </p:nvSpPr>
        <p:spPr>
          <a:xfrm>
            <a:off x="457200" y="822960"/>
            <a:ext cx="4206240" cy="2103120"/>
          </a:xfrm>
          <a:prstGeom prst="rect">
            <a:avLst/>
          </a:prstGeom>
          <a:noFill/>
          <a:ln/>
        </p:spPr>
        <p:txBody>
          <a:bodyPr wrap="square" rtlCol="0"/>
          <a:lstStyle>
            <a:lvl1pPr algn="l" indent="0" marL="0">
              <a:buNone/>
              <a:defRPr lang="pt-BR" altLang="en-US" sz="3600" b="1" dirty="0">
                <a:solidFill>
                  <a:schemeClr val="accent1"/>
                </a:solidFill>
              </a:defRPr>
            </a:lvl1pPr>
          </a:lstStyle>
          <a:p>
            <a:pPr algn="l" indent="0" marL="0">
              <a:buNone/>
            </a:pPr>
            <a:r>
              <a:rPr lang="pt-BR" altLang="en-US" sz="3600" b="1" dirty="0">
                <a:solidFill>
                  <a:schemeClr val="accent1"/>
                </a:solidFill>
              </a:rPr>
              <a:t>Título da palestra</a:t>
            </a:r>
            <a:endParaRPr lang="pt-BR" sz="3600" dirty="0"/>
          </a:p>
        </p:txBody>
      </p:sp>
      <p:sp>
        <p:nvSpPr>
          <p:cNvPr id="8" name="Text 2"/>
          <p:cNvSpPr/>
          <p:nvPr>
            <p:ph idx="106" type="body" hasCustomPrompt="1"/>
          </p:nvPr>
        </p:nvSpPr>
        <p:spPr>
          <a:xfrm>
            <a:off x="457200" y="3063240"/>
            <a:ext cx="4206240" cy="457200"/>
          </a:xfrm>
          <a:prstGeom prst="rect">
            <a:avLst/>
          </a:prstGeom>
          <a:noFill/>
          <a:ln/>
        </p:spPr>
        <p:txBody>
          <a:bodyPr wrap="square" rtlCol="0"/>
          <a:lstStyle>
            <a:lvl1pPr indent="0" marL="0">
              <a:buNone/>
              <a:defRPr lang="pt-BR" altLang="en-US" sz="2000" dirty="0">
                <a:solidFill>
                  <a:schemeClr val="bg2"/>
                </a:solidFill>
              </a:defRPr>
            </a:lvl1pPr>
          </a:lstStyle>
          <a:p>
            <a:pPr indent="0" marL="0">
              <a:buNone/>
            </a:pPr>
            <a:r>
              <a:rPr lang="pt-BR" altLang="en-US" sz="2000" dirty="0">
                <a:solidFill>
                  <a:schemeClr val="bg2"/>
                </a:solidFill>
              </a:rPr>
              <a:t>Subtítulo ou frase de efeito</a:t>
            </a:r>
            <a:endParaRPr lang="pt-BR" sz="2000" dirty="0"/>
          </a:p>
        </p:txBody>
      </p:sp>
      <p:sp>
        <p:nvSpPr>
          <p:cNvPr id="9" name="Text 2"/>
          <p:cNvSpPr/>
          <p:nvPr>
            <p:ph idx="107" type="body" hasCustomPrompt="1"/>
          </p:nvPr>
        </p:nvSpPr>
        <p:spPr>
          <a:xfrm>
            <a:off x="457200" y="3657600"/>
            <a:ext cx="4206240" cy="457200"/>
          </a:xfrm>
          <a:prstGeom prst="rect">
            <a:avLst/>
          </a:prstGeom>
          <a:noFill/>
          <a:ln/>
        </p:spPr>
        <p:txBody>
          <a:bodyPr wrap="square" rtlCol="0"/>
          <a:lstStyle>
            <a:lvl1pPr indent="0" marL="0">
              <a:buNone/>
              <a:defRPr lang="pt-BR" altLang="en-US" sz="1800" b="1" dirty="0">
                <a:solidFill>
                  <a:schemeClr val="bg2"/>
                </a:solidFill>
              </a:defRPr>
            </a:lvl1pPr>
          </a:lstStyle>
          <a:p>
            <a:pPr indent="0" marL="0">
              <a:buNone/>
            </a:pPr>
            <a:r>
              <a:rPr lang="pt-BR" altLang="en-US" sz="1800" b="1" dirty="0">
                <a:solidFill>
                  <a:schemeClr val="bg2"/>
                </a:solidFill>
              </a:rPr>
              <a:t>Nome da pessoa palestrante · @usuario</a:t>
            </a:r>
            <a:endParaRPr lang="pt-BR"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cerrament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Text 0"/>
          <p:cNvSpPr/>
          <p:nvPr>
            <p:ph idx="102" type="title" hasCustomPrompt="1"/>
          </p:nvPr>
        </p:nvSpPr>
        <p:spPr>
          <a:xfrm>
            <a:off x="457200" y="731520"/>
            <a:ext cx="4754880" cy="1280160"/>
          </a:xfrm>
          <a:prstGeom prst="rect">
            <a:avLst/>
          </a:prstGeom>
          <a:noFill/>
          <a:ln/>
        </p:spPr>
        <p:txBody>
          <a:bodyPr wrap="square" rtlCol="0"/>
          <a:lstStyle>
            <a:lvl1pPr algn="l" indent="0" marL="0">
              <a:buNone/>
              <a:defRPr lang="pt-BR" altLang="en-US" sz="4400" b="1" dirty="0">
                <a:solidFill>
                  <a:schemeClr val="accent1"/>
                </a:solidFill>
              </a:defRPr>
            </a:lvl1pPr>
          </a:lstStyle>
          <a:p>
            <a:pPr algn="l" indent="0" marL="0">
              <a:buNone/>
            </a:pPr>
            <a:r>
              <a:rPr lang="pt-BR" altLang="en-US" sz="4400" b="1" dirty="0">
                <a:solidFill>
                  <a:schemeClr val="accent1"/>
                </a:solidFill>
              </a:rPr>
              <a:t>Valeu!</a:t>
            </a:r>
            <a:endParaRPr lang="pt-BR" sz="4400" dirty="0"/>
          </a:p>
        </p:txBody>
      </p:sp>
      <p:sp>
        <p:nvSpPr>
          <p:cNvPr id="5" name="Text 0"/>
          <p:cNvSpPr/>
          <p:nvPr>
            <p:ph idx="103" type="body" hasCustomPrompt="1"/>
          </p:nvPr>
        </p:nvSpPr>
        <p:spPr>
          <a:xfrm>
            <a:off x="457200" y="2194560"/>
            <a:ext cx="4754880" cy="2103120"/>
          </a:xfrm>
          <a:prstGeom prst="rect">
            <a:avLst/>
          </a:prstGeom>
          <a:noFill/>
          <a:ln/>
        </p:spPr>
        <p:txBody>
          <a:bodyPr wrap="square" rtlCol="0"/>
          <a:lstStyle>
            <a:lvl1pPr indent="0" marL="0">
              <a:spcAft>
                <a:spcPts val="1000"/>
              </a:spcAft>
              <a:buNone/>
              <a:defRPr lang="pt-BR" altLang="en-US" sz="2000" dirty="0">
                <a:solidFill>
                  <a:schemeClr val="bg2"/>
                </a:solidFill>
              </a:defRPr>
            </a:lvl1pPr>
          </a:lstStyle>
          <a:p>
            <a:pPr indent="0" marL="0">
              <a:spcAft>
                <a:spcPts val="1000"/>
              </a:spcAft>
              <a:buNone/>
            </a:pPr>
            <a:r>
              <a:rPr lang="pt-BR" altLang="en-US" sz="2000" dirty="0">
                <a:solidFill>
                  <a:schemeClr val="bg2"/>
                </a:solidFill>
              </a:rPr>
              <a:t>Contatos: handle, e-mail, site</a:t>
            </a:r>
            <a:endParaRPr lang="pt-BR" sz="2000" dirty="0"/>
          </a:p>
        </p:txBody>
      </p:sp>
      <p:sp>
        <p:nvSpPr>
          <p:cNvPr id="6" name="Text 0"/>
          <p:cNvSpPr/>
          <p:nvPr>
            <p:ph idx="104" hasCustomPrompt="1"/>
          </p:nvPr>
        </p:nvSpPr>
        <p:spPr>
          <a:xfrm>
            <a:off x="5669280" y="502920"/>
            <a:ext cx="3017520" cy="301752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QR code com o link dos slides</a:t>
            </a:r>
            <a:endParaRPr lang="pt-BR" sz="1400" dirty="0"/>
          </a:p>
        </p:txBody>
      </p:sp>
      <p:sp>
        <p:nvSpPr>
          <p:cNvPr id="7" name="Text 0"/>
          <p:cNvSpPr/>
          <p:nvPr>
            <p:ph idx="105" type="body" hasCustomPrompt="1"/>
          </p:nvPr>
        </p:nvSpPr>
        <p:spPr>
          <a:xfrm>
            <a:off x="5669280" y="3611880"/>
            <a:ext cx="3017520" cy="411480"/>
          </a:xfrm>
          <a:prstGeom prst="rect">
            <a:avLst/>
          </a:prstGeom>
          <a:noFill/>
          <a:ln/>
        </p:spPr>
        <p:txBody>
          <a:bodyPr wrap="square" rtlCol="0"/>
          <a:lstStyle>
            <a:lvl1pPr algn="ctr" indent="0" marL="0">
              <a:buNone/>
              <a:defRPr lang="pt-BR" altLang="en-US" sz="1600" dirty="0">
                <a:solidFill>
                  <a:schemeClr val="bg2"/>
                </a:solidFill>
                <a:latin typeface="Cascadia Mono" pitchFamily="34" charset="0"/>
                <a:ea typeface="Cascadia Mono" pitchFamily="34" charset="-122"/>
                <a:cs typeface="Cascadia Mono" pitchFamily="34" charset="-120"/>
              </a:defRPr>
            </a:lvl1pPr>
          </a:lstStyle>
          <a:p>
            <a:pPr algn="ctr" indent="0" marL="0">
              <a:buNone/>
            </a:pPr>
            <a:r>
              <a:rPr lang="pt-BR" altLang="en-US" sz="1600" dirty="0">
                <a:solidFill>
                  <a:schemeClr val="bg2"/>
                </a:solidFill>
                <a:latin typeface="Cascadia Mono" pitchFamily="34" charset="0"/>
                <a:ea typeface="Cascadia Mono" pitchFamily="34" charset="-122"/>
                <a:cs typeface="Cascadia Mono" pitchFamily="34" charset="-120"/>
              </a:rPr>
              <a:t>endereço.com.br/slides</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Agenda</a:t>
            </a:r>
            <a:endParaRPr lang="pt-BR" sz="2800" dirty="0"/>
          </a:p>
        </p:txBody>
      </p:sp>
      <p:sp>
        <p:nvSpPr>
          <p:cNvPr id="6" name="Text 1"/>
          <p:cNvSpPr/>
          <p:nvPr>
            <p:ph idx="104" type="body" hasCustomPrompt="1"/>
          </p:nvPr>
        </p:nvSpPr>
        <p:spPr>
          <a:xfrm>
            <a:off x="457200" y="1417320"/>
            <a:ext cx="7315200" cy="3017520"/>
          </a:xfrm>
          <a:prstGeom prst="rect">
            <a:avLst/>
          </a:prstGeom>
          <a:noFill/>
          <a:ln/>
        </p:spPr>
        <p:txBody>
          <a:bodyPr wrap="square" rtlCol="0"/>
          <a:lstStyle>
            <a:lvl1pPr marL="431800" indent="-431800">
              <a:spcAft>
                <a:spcPts val="1400"/>
              </a:spcAft>
              <a:buSzPct val="100000"/>
              <a:buFont typeface="+mj-lt"/>
              <a:buAutoNum type="arabicPeriod"/>
              <a:defRPr lang="pt-BR" altLang="en-US" sz="2400" dirty="0">
                <a:solidFill>
                  <a:schemeClr val="bg2"/>
                </a:solidFill>
              </a:defRPr>
            </a:lvl1pPr>
          </a:lstStyle>
          <a:p>
            <a:pPr marL="431800" indent="-431800">
              <a:spcAft>
                <a:spcPts val="1400"/>
              </a:spcAft>
              <a:buSzPct val="100000"/>
              <a:buFont typeface="+mj-lt"/>
              <a:buAutoNum type="arabicPeriod"/>
            </a:pPr>
            <a:r>
              <a:rPr lang="pt-BR" altLang="en-US" sz="2400" dirty="0">
                <a:solidFill>
                  <a:schemeClr val="bg2"/>
                </a:solidFill>
              </a:rPr>
              <a:t>Tópico</a:t>
            </a:r>
            <a:endParaRPr lang="pt-BR" sz="2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çã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pic>
        <p:nvPicPr>
          <p:cNvPr id="4" name="Image 2" descr="/home/rodbv/code/pybr2026-slides/build/witch-light-700.png">    </p:cNvPr>
          <p:cNvPicPr>
            <a:picLocks noChangeAspect="1"/>
          </p:cNvPicPr>
          <p:nvPr/>
        </p:nvPicPr>
        <p:blipFill>
          <a:blip r:embed="rId3">
            <a:alphaModFix amt="12000"/>
          </a:blip>
          <a:stretch>
            <a:fillRect/>
          </a:stretch>
        </p:blipFill>
        <p:spPr>
          <a:xfrm>
            <a:off x="6250733" y="2354580"/>
            <a:ext cx="3350467" cy="3017520"/>
          </a:xfrm>
          <a:prstGeom prst="rect">
            <a:avLst/>
          </a:prstGeom>
        </p:spPr>
      </p:pic>
      <p:sp>
        <p:nvSpPr>
          <p:cNvPr id="5" name="Text 0"/>
          <p:cNvSpPr/>
          <p:nvPr/>
        </p:nvSpPr>
        <p:spPr>
          <a:xfrm>
            <a:off x="457200" y="1691640"/>
            <a:ext cx="1737360" cy="1737360"/>
          </a:xfrm>
          <a:prstGeom prst="ellipse">
            <a:avLst/>
          </a:prstGeom>
          <a:solidFill>
            <a:srgbClr val="B7FF06"/>
          </a:solidFill>
          <a:ln>
            <a:solidFill>
              <a:srgbClr val="B7FF06"/>
            </a:solidFill>
          </a:ln>
        </p:spPr>
        <p:txBody>
          <a:bodyPr wrap="square" rtlCol="0" anchor="ctr"/>
          <a:lstStyle/>
          <a:p>
            <a:pPr indent="0" marL="0">
              <a:buNone/>
            </a:pPr>
            <a:r>
              <a:rPr lang="en-US" dirty="0">
                <a:solidFill>
                  <a:srgbClr val="000000"/>
                </a:solidFill>
              </a:rPr>
              <a:t> </a:t>
            </a:r>
            <a:endParaRPr lang="en-US" dirty="0"/>
          </a:p>
        </p:txBody>
      </p:sp>
      <p:sp>
        <p:nvSpPr>
          <p:cNvPr id="6" name="Text 1"/>
          <p:cNvSpPr/>
          <p:nvPr>
            <p:ph idx="104" type="body" hasCustomPrompt="1"/>
          </p:nvPr>
        </p:nvSpPr>
        <p:spPr>
          <a:xfrm>
            <a:off x="457200" y="1691640"/>
            <a:ext cx="1737360" cy="1737360"/>
          </a:xfrm>
          <a:prstGeom prst="rect">
            <a:avLst/>
          </a:prstGeom>
          <a:noFill/>
          <a:ln/>
        </p:spPr>
        <p:txBody>
          <a:bodyPr wrap="square" rtlCol="0"/>
          <a:lstStyle>
            <a:lvl1pPr algn="ctr" indent="0" marL="0">
              <a:buNone/>
              <a:defRPr lang="pt-BR" altLang="en-US" sz="4000" b="1" dirty="0">
                <a:solidFill>
                  <a:srgbClr val="0F0F0F"/>
                </a:solidFill>
                <a:latin typeface="Cascadia Mono" pitchFamily="34" charset="0"/>
                <a:ea typeface="Cascadia Mono" pitchFamily="34" charset="-122"/>
                <a:cs typeface="Cascadia Mono" pitchFamily="34" charset="-120"/>
              </a:defRPr>
            </a:lvl1pPr>
          </a:lstStyle>
          <a:p>
            <a:pPr algn="ctr" indent="0" marL="0">
              <a:buNone/>
            </a:pPr>
            <a:r>
              <a:rPr lang="pt-BR" altLang="en-US" sz="4000" b="1" dirty="0">
                <a:solidFill>
                  <a:srgbClr val="0F0F0F"/>
                </a:solidFill>
                <a:latin typeface="Cascadia Mono" pitchFamily="34" charset="0"/>
                <a:ea typeface="Cascadia Mono" pitchFamily="34" charset="-122"/>
                <a:cs typeface="Cascadia Mono" pitchFamily="34" charset="-120"/>
              </a:rPr>
              <a:t>01</a:t>
            </a:r>
            <a:endParaRPr lang="pt-BR" sz="4000" dirty="0"/>
          </a:p>
        </p:txBody>
      </p:sp>
      <p:sp>
        <p:nvSpPr>
          <p:cNvPr id="7" name="Text 1"/>
          <p:cNvSpPr/>
          <p:nvPr>
            <p:ph idx="105" type="title" hasCustomPrompt="1"/>
          </p:nvPr>
        </p:nvSpPr>
        <p:spPr>
          <a:xfrm>
            <a:off x="2560320" y="1463040"/>
            <a:ext cx="6126480" cy="2194560"/>
          </a:xfrm>
          <a:prstGeom prst="rect">
            <a:avLst/>
          </a:prstGeom>
          <a:noFill/>
          <a:ln/>
        </p:spPr>
        <p:txBody>
          <a:bodyPr wrap="square" rtlCol="0"/>
          <a:lstStyle>
            <a:lvl1pPr algn="l" indent="0" marL="0">
              <a:buNone/>
              <a:defRPr lang="pt-BR" altLang="en-US" sz="3400" b="1" dirty="0">
                <a:solidFill>
                  <a:schemeClr val="bg2"/>
                </a:solidFill>
              </a:defRPr>
            </a:lvl1pPr>
          </a:lstStyle>
          <a:p>
            <a:pPr algn="l" indent="0" marL="0">
              <a:buNone/>
            </a:pPr>
            <a:r>
              <a:rPr lang="pt-BR" altLang="en-US" sz="3400" b="1" dirty="0">
                <a:solidFill>
                  <a:schemeClr val="bg2"/>
                </a:solidFill>
              </a:rPr>
              <a:t>Título da seção</a:t>
            </a:r>
            <a:endParaRPr lang="pt-BR" sz="3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 e conteúd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ph idx="104" type="body" hasCustomPrompt="1"/>
          </p:nvPr>
        </p:nvSpPr>
        <p:spPr>
          <a:xfrm>
            <a:off x="457200" y="1417320"/>
            <a:ext cx="7315200" cy="3017520"/>
          </a:xfrm>
          <a:prstGeom prst="rect">
            <a:avLst/>
          </a:prstGeom>
          <a:noFill/>
          <a:ln/>
        </p:spPr>
        <p:txBody>
          <a:bodyPr wrap="square" rtlCol="0"/>
          <a:lstStyle>
            <a:lvl1pPr marL="254000" indent="-254000">
              <a:spcAft>
                <a:spcPts val="1000"/>
              </a:spcAft>
              <a:buSzPct val="100000"/>
              <a:buChar char="•"/>
              <a:defRPr lang="pt-BR" altLang="en-US" sz="2000" dirty="0">
                <a:solidFill>
                  <a:schemeClr val="bg2"/>
                </a:solidFill>
              </a:defRPr>
            </a:lvl1pPr>
          </a:lstStyle>
          <a:p>
            <a:pPr marL="254000" indent="-254000">
              <a:spcAft>
                <a:spcPts val="1000"/>
              </a:spcAft>
              <a:buSzPct val="100000"/>
              <a:buChar char="•"/>
            </a:pPr>
            <a:r>
              <a:rPr lang="pt-BR" altLang="en-US" sz="2000" dirty="0">
                <a:solidFill>
                  <a:schemeClr val="bg2"/>
                </a:solidFill>
              </a:rPr>
              <a:t>Clique para adicionar texto</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ente títul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uas colunas">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ph idx="104" type="body" hasCustomPrompt="1"/>
          </p:nvPr>
        </p:nvSpPr>
        <p:spPr>
          <a:xfrm>
            <a:off x="457200" y="1417320"/>
            <a:ext cx="3886200" cy="457200"/>
          </a:xfrm>
          <a:prstGeom prst="rect">
            <a:avLst/>
          </a:prstGeom>
          <a:noFill/>
          <a:ln/>
        </p:spPr>
        <p:txBody>
          <a:bodyPr wrap="square" rtlCol="0"/>
          <a:lstStyle>
            <a:lvl1pPr indent="0" marL="0">
              <a:buNone/>
              <a:defRPr lang="pt-BR" altLang="en-US" sz="22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2200" b="1" dirty="0">
                <a:solidFill>
                  <a:schemeClr val="accent1"/>
                </a:solidFill>
                <a:latin typeface="Cascadia Mono" pitchFamily="34" charset="0"/>
                <a:ea typeface="Cascadia Mono" pitchFamily="34" charset="-122"/>
                <a:cs typeface="Cascadia Mono" pitchFamily="34" charset="-120"/>
              </a:rPr>
              <a:t>Título da coluna</a:t>
            </a:r>
            <a:endParaRPr lang="pt-BR" sz="2200" dirty="0"/>
          </a:p>
        </p:txBody>
      </p:sp>
      <p:sp>
        <p:nvSpPr>
          <p:cNvPr id="7" name="Text 1"/>
          <p:cNvSpPr/>
          <p:nvPr>
            <p:ph idx="105" type="body" hasCustomPrompt="1"/>
          </p:nvPr>
        </p:nvSpPr>
        <p:spPr>
          <a:xfrm>
            <a:off x="457200" y="2011680"/>
            <a:ext cx="3886200" cy="2423160"/>
          </a:xfrm>
          <a:prstGeom prst="rect">
            <a:avLst/>
          </a:prstGeom>
          <a:noFill/>
          <a:ln/>
        </p:spPr>
        <p:txBody>
          <a:bodyPr wrap="square" rtlCol="0"/>
          <a:lstStyle>
            <a:lvl1pPr marL="254000" indent="-254000">
              <a:spcAft>
                <a:spcPts val="1000"/>
              </a:spcAft>
              <a:buSzPct val="100000"/>
              <a:buChar char="•"/>
              <a:defRPr lang="pt-BR" altLang="en-US" sz="2000" dirty="0">
                <a:solidFill>
                  <a:schemeClr val="bg2"/>
                </a:solidFill>
              </a:defRPr>
            </a:lvl1pPr>
          </a:lstStyle>
          <a:p>
            <a:pPr marL="254000" indent="-254000">
              <a:spcAft>
                <a:spcPts val="1000"/>
              </a:spcAft>
              <a:buSzPct val="100000"/>
              <a:buChar char="•"/>
            </a:pPr>
            <a:r>
              <a:rPr lang="pt-BR" altLang="en-US" sz="2000" dirty="0">
                <a:solidFill>
                  <a:schemeClr val="bg2"/>
                </a:solidFill>
              </a:rPr>
              <a:t>Clique para adicionar texto</a:t>
            </a:r>
            <a:endParaRPr lang="pt-BR" sz="2000" dirty="0"/>
          </a:p>
        </p:txBody>
      </p:sp>
      <p:sp>
        <p:nvSpPr>
          <p:cNvPr id="8" name="Text 1"/>
          <p:cNvSpPr/>
          <p:nvPr>
            <p:ph idx="106" type="body" hasCustomPrompt="1"/>
          </p:nvPr>
        </p:nvSpPr>
        <p:spPr>
          <a:xfrm>
            <a:off x="4800600" y="1417320"/>
            <a:ext cx="3886200" cy="457200"/>
          </a:xfrm>
          <a:prstGeom prst="rect">
            <a:avLst/>
          </a:prstGeom>
          <a:noFill/>
          <a:ln/>
        </p:spPr>
        <p:txBody>
          <a:bodyPr wrap="square" rtlCol="0"/>
          <a:lstStyle>
            <a:lvl1pPr indent="0" marL="0">
              <a:buNone/>
              <a:defRPr lang="pt-BR" altLang="en-US" sz="22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2200" b="1" dirty="0">
                <a:solidFill>
                  <a:schemeClr val="accent1"/>
                </a:solidFill>
                <a:latin typeface="Cascadia Mono" pitchFamily="34" charset="0"/>
                <a:ea typeface="Cascadia Mono" pitchFamily="34" charset="-122"/>
                <a:cs typeface="Cascadia Mono" pitchFamily="34" charset="-120"/>
              </a:rPr>
              <a:t>Título da coluna</a:t>
            </a:r>
            <a:endParaRPr lang="pt-BR" sz="2200" dirty="0"/>
          </a:p>
        </p:txBody>
      </p:sp>
      <p:sp>
        <p:nvSpPr>
          <p:cNvPr id="9" name="Text 1"/>
          <p:cNvSpPr/>
          <p:nvPr>
            <p:ph idx="107" type="body" hasCustomPrompt="1"/>
          </p:nvPr>
        </p:nvSpPr>
        <p:spPr>
          <a:xfrm>
            <a:off x="4800600" y="2011680"/>
            <a:ext cx="3886200" cy="2423160"/>
          </a:xfrm>
          <a:prstGeom prst="rect">
            <a:avLst/>
          </a:prstGeom>
          <a:noFill/>
          <a:ln/>
        </p:spPr>
        <p:txBody>
          <a:bodyPr wrap="square" rtlCol="0"/>
          <a:lstStyle>
            <a:lvl1pPr marL="254000" indent="-254000">
              <a:spcAft>
                <a:spcPts val="1000"/>
              </a:spcAft>
              <a:buSzPct val="100000"/>
              <a:buChar char="•"/>
              <a:defRPr lang="pt-BR" altLang="en-US" sz="2000" dirty="0">
                <a:solidFill>
                  <a:schemeClr val="bg2"/>
                </a:solidFill>
              </a:defRPr>
            </a:lvl1pPr>
          </a:lstStyle>
          <a:p>
            <a:pPr marL="254000" indent="-254000">
              <a:spcAft>
                <a:spcPts val="1000"/>
              </a:spcAft>
              <a:buSzPct val="100000"/>
              <a:buChar char="•"/>
            </a:pPr>
            <a:r>
              <a:rPr lang="pt-BR" altLang="en-US" sz="2000" dirty="0">
                <a:solidFill>
                  <a:schemeClr val="bg2"/>
                </a:solidFill>
              </a:rPr>
              <a:t>Clique para adicionar texto</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o e imagem">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ph idx="104" type="body" hasCustomPrompt="1"/>
          </p:nvPr>
        </p:nvSpPr>
        <p:spPr>
          <a:xfrm>
            <a:off x="457200" y="1417320"/>
            <a:ext cx="4023360" cy="3017520"/>
          </a:xfrm>
          <a:prstGeom prst="rect">
            <a:avLst/>
          </a:prstGeom>
          <a:noFill/>
          <a:ln/>
        </p:spPr>
        <p:txBody>
          <a:bodyPr wrap="square" rtlCol="0"/>
          <a:lstStyle>
            <a:lvl1pPr marL="254000" indent="-254000">
              <a:spcAft>
                <a:spcPts val="1000"/>
              </a:spcAft>
              <a:buSzPct val="100000"/>
              <a:buChar char="•"/>
              <a:defRPr lang="pt-BR" altLang="en-US" sz="2000" dirty="0">
                <a:solidFill>
                  <a:schemeClr val="bg2"/>
                </a:solidFill>
              </a:defRPr>
            </a:lvl1pPr>
          </a:lstStyle>
          <a:p>
            <a:pPr marL="254000" indent="-254000">
              <a:spcAft>
                <a:spcPts val="1000"/>
              </a:spcAft>
              <a:buSzPct val="100000"/>
              <a:buChar char="•"/>
            </a:pPr>
            <a:r>
              <a:rPr lang="pt-BR" altLang="en-US" sz="2000" dirty="0">
                <a:solidFill>
                  <a:schemeClr val="bg2"/>
                </a:solidFill>
              </a:rPr>
              <a:t>Clique para adicionar texto</a:t>
            </a:r>
            <a:endParaRPr lang="pt-BR" sz="2000" dirty="0"/>
          </a:p>
        </p:txBody>
      </p:sp>
      <p:sp>
        <p:nvSpPr>
          <p:cNvPr id="7" name="Text 1"/>
          <p:cNvSpPr/>
          <p:nvPr>
            <p:ph idx="105" hasCustomPrompt="1"/>
          </p:nvPr>
        </p:nvSpPr>
        <p:spPr>
          <a:xfrm>
            <a:off x="4846320" y="1417320"/>
            <a:ext cx="3840480" cy="301752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Clique no ícone ou arraste uma imagem</a:t>
            </a: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m e text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48056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4840012" y="4709160"/>
            <a:ext cx="914400" cy="144932"/>
          </a:xfrm>
          <a:prstGeom prst="rect">
            <a:avLst/>
          </a:prstGeom>
        </p:spPr>
      </p:pic>
      <p:sp>
        <p:nvSpPr>
          <p:cNvPr id="4" name="Shape 0"/>
          <p:cNvSpPr/>
          <p:nvPr/>
        </p:nvSpPr>
        <p:spPr>
          <a:xfrm>
            <a:off x="4023360" y="1261872"/>
            <a:ext cx="5120640" cy="0"/>
          </a:xfrm>
          <a:prstGeom prst="line">
            <a:avLst/>
          </a:prstGeom>
          <a:noFill/>
          <a:ln w="9525">
            <a:solidFill>
              <a:srgbClr val="E8F4BA"/>
            </a:solidFill>
            <a:prstDash val="solid"/>
          </a:ln>
        </p:spPr>
      </p:sp>
      <p:sp>
        <p:nvSpPr>
          <p:cNvPr id="5" name="Text 1"/>
          <p:cNvSpPr/>
          <p:nvPr>
            <p:ph idx="103" hasCustomPrompt="1"/>
          </p:nvPr>
        </p:nvSpPr>
        <p:spPr>
          <a:xfrm>
            <a:off x="0" y="0"/>
            <a:ext cx="4023360" cy="514350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Clique no ícone ou arraste uma imagem</a:t>
            </a:r>
            <a:endParaRPr lang="pt-BR" sz="1400" dirty="0"/>
          </a:p>
        </p:txBody>
      </p:sp>
      <p:sp>
        <p:nvSpPr>
          <p:cNvPr id="6" name="Text 1"/>
          <p:cNvSpPr/>
          <p:nvPr>
            <p:ph idx="104" type="title" hasCustomPrompt="1"/>
          </p:nvPr>
        </p:nvSpPr>
        <p:spPr>
          <a:xfrm>
            <a:off x="4480560" y="384048"/>
            <a:ext cx="420624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7" name="Text 1"/>
          <p:cNvSpPr/>
          <p:nvPr>
            <p:ph idx="105" type="body" hasCustomPrompt="1"/>
          </p:nvPr>
        </p:nvSpPr>
        <p:spPr>
          <a:xfrm>
            <a:off x="4480560" y="1417320"/>
            <a:ext cx="4206240" cy="3017520"/>
          </a:xfrm>
          <a:prstGeom prst="rect">
            <a:avLst/>
          </a:prstGeom>
          <a:noFill/>
          <a:ln/>
        </p:spPr>
        <p:txBody>
          <a:bodyPr wrap="square" rtlCol="0"/>
          <a:lstStyle>
            <a:lvl1pPr marL="254000" indent="-254000">
              <a:spcAft>
                <a:spcPts val="1000"/>
              </a:spcAft>
              <a:buSzPct val="100000"/>
              <a:buChar char="•"/>
              <a:defRPr lang="pt-BR" altLang="en-US" sz="2000" dirty="0">
                <a:solidFill>
                  <a:schemeClr val="bg2"/>
                </a:solidFill>
              </a:defRPr>
            </a:lvl1pPr>
          </a:lstStyle>
          <a:p>
            <a:pPr marL="254000" indent="-254000">
              <a:spcAft>
                <a:spcPts val="1000"/>
              </a:spcAft>
              <a:buSzPct val="100000"/>
              <a:buChar char="•"/>
            </a:pPr>
            <a:r>
              <a:rPr lang="pt-BR" altLang="en-US" sz="2000" dirty="0">
                <a:solidFill>
                  <a:schemeClr val="bg2"/>
                </a:solidFill>
              </a:rPr>
              <a:t>Clique para adicionar texto</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ês imagens">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ph idx="104" hasCustomPrompt="1"/>
          </p:nvPr>
        </p:nvSpPr>
        <p:spPr>
          <a:xfrm>
            <a:off x="457200" y="1417320"/>
            <a:ext cx="2560320" cy="224028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Clique no ícone ou arraste uma imagem</a:t>
            </a:r>
            <a:endParaRPr lang="pt-BR" sz="1400" dirty="0"/>
          </a:p>
        </p:txBody>
      </p:sp>
      <p:sp>
        <p:nvSpPr>
          <p:cNvPr id="7" name="Text 1"/>
          <p:cNvSpPr/>
          <p:nvPr>
            <p:ph idx="105" type="body" hasCustomPrompt="1"/>
          </p:nvPr>
        </p:nvSpPr>
        <p:spPr>
          <a:xfrm>
            <a:off x="457200" y="3794760"/>
            <a:ext cx="2560320" cy="685800"/>
          </a:xfrm>
          <a:prstGeom prst="rect">
            <a:avLst/>
          </a:prstGeom>
          <a:noFill/>
          <a:ln/>
        </p:spPr>
        <p:txBody>
          <a:bodyPr wrap="square" rtlCol="0"/>
          <a:lstStyle>
            <a:lvl1pPr indent="0" marL="0">
              <a:buNone/>
              <a:defRPr lang="pt-BR" altLang="en-US" sz="1800" dirty="0">
                <a:solidFill>
                  <a:schemeClr val="bg2"/>
                </a:solidFill>
              </a:defRPr>
            </a:lvl1pPr>
          </a:lstStyle>
          <a:p>
            <a:pPr indent="0" marL="0">
              <a:buNone/>
            </a:pPr>
            <a:r>
              <a:rPr lang="pt-BR" altLang="en-US" sz="1800" dirty="0">
                <a:solidFill>
                  <a:schemeClr val="bg2"/>
                </a:solidFill>
              </a:rPr>
              <a:t>Legenda curta</a:t>
            </a:r>
            <a:endParaRPr lang="pt-BR" sz="1800" dirty="0"/>
          </a:p>
        </p:txBody>
      </p:sp>
      <p:sp>
        <p:nvSpPr>
          <p:cNvPr id="8" name="Text 1"/>
          <p:cNvSpPr/>
          <p:nvPr>
            <p:ph idx="106" hasCustomPrompt="1"/>
          </p:nvPr>
        </p:nvSpPr>
        <p:spPr>
          <a:xfrm>
            <a:off x="3291840" y="1417320"/>
            <a:ext cx="2560320" cy="224028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Clique no ícone ou arraste uma imagem</a:t>
            </a:r>
            <a:endParaRPr lang="pt-BR" sz="1400" dirty="0"/>
          </a:p>
        </p:txBody>
      </p:sp>
      <p:sp>
        <p:nvSpPr>
          <p:cNvPr id="9" name="Text 1"/>
          <p:cNvSpPr/>
          <p:nvPr>
            <p:ph idx="107" type="body" hasCustomPrompt="1"/>
          </p:nvPr>
        </p:nvSpPr>
        <p:spPr>
          <a:xfrm>
            <a:off x="3291840" y="3794760"/>
            <a:ext cx="2560320" cy="685800"/>
          </a:xfrm>
          <a:prstGeom prst="rect">
            <a:avLst/>
          </a:prstGeom>
          <a:noFill/>
          <a:ln/>
        </p:spPr>
        <p:txBody>
          <a:bodyPr wrap="square" rtlCol="0"/>
          <a:lstStyle>
            <a:lvl1pPr indent="0" marL="0">
              <a:buNone/>
              <a:defRPr lang="pt-BR" altLang="en-US" sz="1800" dirty="0">
                <a:solidFill>
                  <a:schemeClr val="bg2"/>
                </a:solidFill>
              </a:defRPr>
            </a:lvl1pPr>
          </a:lstStyle>
          <a:p>
            <a:pPr indent="0" marL="0">
              <a:buNone/>
            </a:pPr>
            <a:r>
              <a:rPr lang="pt-BR" altLang="en-US" sz="1800" dirty="0">
                <a:solidFill>
                  <a:schemeClr val="bg2"/>
                </a:solidFill>
              </a:rPr>
              <a:t>Legenda curta</a:t>
            </a:r>
            <a:endParaRPr lang="pt-BR" sz="1800" dirty="0"/>
          </a:p>
        </p:txBody>
      </p:sp>
      <p:sp>
        <p:nvSpPr>
          <p:cNvPr id="10" name="Text 1"/>
          <p:cNvSpPr/>
          <p:nvPr>
            <p:ph idx="108" hasCustomPrompt="1"/>
          </p:nvPr>
        </p:nvSpPr>
        <p:spPr>
          <a:xfrm>
            <a:off x="6126480" y="1417320"/>
            <a:ext cx="2560320" cy="224028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Clique no ícone ou arraste uma imagem</a:t>
            </a:r>
            <a:endParaRPr lang="pt-BR" sz="1400" dirty="0"/>
          </a:p>
        </p:txBody>
      </p:sp>
      <p:sp>
        <p:nvSpPr>
          <p:cNvPr id="11" name="Text 1"/>
          <p:cNvSpPr/>
          <p:nvPr>
            <p:ph idx="109" type="body" hasCustomPrompt="1"/>
          </p:nvPr>
        </p:nvSpPr>
        <p:spPr>
          <a:xfrm>
            <a:off x="6126480" y="3794760"/>
            <a:ext cx="2560320" cy="685800"/>
          </a:xfrm>
          <a:prstGeom prst="rect">
            <a:avLst/>
          </a:prstGeom>
          <a:noFill/>
          <a:ln/>
        </p:spPr>
        <p:txBody>
          <a:bodyPr wrap="square" rtlCol="0"/>
          <a:lstStyle>
            <a:lvl1pPr indent="0" marL="0">
              <a:buNone/>
              <a:defRPr lang="pt-BR" altLang="en-US" sz="1800" dirty="0">
                <a:solidFill>
                  <a:schemeClr val="bg2"/>
                </a:solidFill>
              </a:defRPr>
            </a:lvl1pPr>
          </a:lstStyle>
          <a:p>
            <a:pPr indent="0" marL="0">
              <a:buNone/>
            </a:pPr>
            <a:r>
              <a:rPr lang="pt-BR" altLang="en-US" sz="1800" dirty="0">
                <a:solidFill>
                  <a:schemeClr val="bg2"/>
                </a:solidFill>
              </a:rPr>
              <a:t>Legenda curta</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ódig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nvSpPr>
        <p:spPr>
          <a:xfrm>
            <a:off x="457200" y="1417320"/>
            <a:ext cx="8229600" cy="2606040"/>
          </a:xfrm>
          <a:prstGeom prst="roundRect">
            <a:avLst>
              <a:gd name="adj" fmla="val 3509"/>
            </a:avLst>
          </a:prstGeom>
          <a:solidFill>
            <a:srgbClr val="1A1A1A"/>
          </a:solidFill>
          <a:ln w="12700">
            <a:solidFill>
              <a:srgbClr val="3A3A3A"/>
            </a:solidFill>
          </a:ln>
        </p:spPr>
        <p:txBody>
          <a:bodyPr wrap="square" rtlCol="0" anchor="ctr"/>
          <a:lstStyle/>
          <a:p>
            <a:pPr indent="0" marL="0">
              <a:buNone/>
            </a:pPr>
            <a:r>
              <a:rPr lang="en-US" dirty="0">
                <a:solidFill>
                  <a:srgbClr val="000000"/>
                </a:solidFill>
              </a:rPr>
              <a:t> </a:t>
            </a:r>
            <a:endParaRPr lang="en-US" dirty="0"/>
          </a:p>
        </p:txBody>
      </p:sp>
      <p:sp>
        <p:nvSpPr>
          <p:cNvPr id="7" name="Text 2"/>
          <p:cNvSpPr/>
          <p:nvPr>
            <p:ph idx="105" type="body" hasCustomPrompt="1"/>
          </p:nvPr>
        </p:nvSpPr>
        <p:spPr>
          <a:xfrm>
            <a:off x="685800" y="1554480"/>
            <a:ext cx="7772400" cy="2377440"/>
          </a:xfrm>
          <a:prstGeom prst="rect">
            <a:avLst/>
          </a:prstGeom>
          <a:noFill/>
          <a:ln/>
        </p:spPr>
        <p:txBody>
          <a:bodyPr wrap="square" rtlCol="0"/>
          <a:lstStyle>
            <a:lvl1pPr indent="0" marL="0">
              <a:lnSpc>
                <a:spcPts val="1700"/>
              </a:lnSpc>
              <a:buNone/>
              <a:defRPr lang="pt-BR" altLang="en-US" sz="1500" dirty="0">
                <a:solidFill>
                  <a:srgbClr val="F8F8F2"/>
                </a:solidFill>
                <a:latin typeface="Cascadia Mono" pitchFamily="34" charset="0"/>
                <a:ea typeface="Cascadia Mono" pitchFamily="34" charset="-122"/>
                <a:cs typeface="Cascadia Mono" pitchFamily="34" charset="-120"/>
              </a:defRPr>
            </a:lvl1pPr>
          </a:lstStyle>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Até 8 linhas e 60 colunas por slide</a:t>
            </a:r>
            <a:endParaRPr lang="pt-BR" sz="1500" dirty="0"/>
          </a:p>
        </p:txBody>
      </p:sp>
      <p:sp>
        <p:nvSpPr>
          <p:cNvPr id="8" name="Text 2"/>
          <p:cNvSpPr/>
          <p:nvPr>
            <p:ph idx="106" type="body" hasCustomPrompt="1"/>
          </p:nvPr>
        </p:nvSpPr>
        <p:spPr>
          <a:xfrm>
            <a:off x="457200" y="4114800"/>
            <a:ext cx="8229600" cy="365760"/>
          </a:xfrm>
          <a:prstGeom prst="rect">
            <a:avLst/>
          </a:prstGeom>
          <a:noFill/>
          <a:ln/>
        </p:spPr>
        <p:txBody>
          <a:bodyPr wrap="square" rtlCol="0"/>
          <a:lstStyle>
            <a:lvl1pPr indent="0" marL="0">
              <a:spcAft>
                <a:spcPts val="1000"/>
              </a:spcAft>
              <a:buNone/>
              <a:defRPr lang="pt-BR" altLang="en-US" sz="1600" dirty="0">
                <a:solidFill>
                  <a:schemeClr val="bg2"/>
                </a:solidFill>
              </a:defRPr>
            </a:lvl1pPr>
          </a:lstStyle>
          <a:p>
            <a:pPr indent="0" marL="0">
              <a:spcAft>
                <a:spcPts val="1000"/>
              </a:spcAft>
              <a:buNone/>
            </a:pPr>
            <a:r>
              <a:rPr lang="pt-BR" altLang="en-US" sz="1600" dirty="0">
                <a:solidFill>
                  <a:schemeClr val="bg2"/>
                </a:solidFill>
              </a:rPr>
              <a:t>O que este trecho mostra</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ódigo lado a lad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ph idx="104" type="body" hasCustomPrompt="1"/>
          </p:nvPr>
        </p:nvSpPr>
        <p:spPr>
          <a:xfrm>
            <a:off x="457200" y="1371600"/>
            <a:ext cx="3931920" cy="411480"/>
          </a:xfrm>
          <a:prstGeom prst="rect">
            <a:avLst/>
          </a:prstGeom>
          <a:noFill/>
          <a:ln/>
        </p:spPr>
        <p:txBody>
          <a:bodyPr wrap="square" rtlCol="0"/>
          <a:lstStyle>
            <a:lvl1pPr indent="0" marL="0">
              <a:buNone/>
              <a:defRPr lang="pt-BR" altLang="en-US" sz="20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2000" b="1" dirty="0">
                <a:solidFill>
                  <a:schemeClr val="accent1"/>
                </a:solidFill>
                <a:latin typeface="Cascadia Mono" pitchFamily="34" charset="0"/>
                <a:ea typeface="Cascadia Mono" pitchFamily="34" charset="-122"/>
                <a:cs typeface="Cascadia Mono" pitchFamily="34" charset="-120"/>
              </a:rPr>
              <a:t>Antes</a:t>
            </a:r>
            <a:endParaRPr lang="pt-BR" sz="2000" dirty="0"/>
          </a:p>
        </p:txBody>
      </p:sp>
      <p:sp>
        <p:nvSpPr>
          <p:cNvPr id="7" name="Text 1"/>
          <p:cNvSpPr/>
          <p:nvPr/>
        </p:nvSpPr>
        <p:spPr>
          <a:xfrm>
            <a:off x="457200" y="1874520"/>
            <a:ext cx="3931920" cy="2606040"/>
          </a:xfrm>
          <a:prstGeom prst="roundRect">
            <a:avLst>
              <a:gd name="adj" fmla="val 3509"/>
            </a:avLst>
          </a:prstGeom>
          <a:solidFill>
            <a:srgbClr val="1A1A1A"/>
          </a:solidFill>
          <a:ln w="12700">
            <a:solidFill>
              <a:srgbClr val="3A3A3A"/>
            </a:solidFill>
          </a:ln>
        </p:spPr>
        <p:txBody>
          <a:bodyPr wrap="square" rtlCol="0" anchor="ctr"/>
          <a:lstStyle/>
          <a:p>
            <a:pPr indent="0" marL="0">
              <a:buNone/>
            </a:pPr>
            <a:r>
              <a:rPr lang="en-US" dirty="0">
                <a:solidFill>
                  <a:srgbClr val="000000"/>
                </a:solidFill>
              </a:rPr>
              <a:t> </a:t>
            </a:r>
            <a:endParaRPr lang="en-US" dirty="0"/>
          </a:p>
        </p:txBody>
      </p:sp>
      <p:sp>
        <p:nvSpPr>
          <p:cNvPr id="8" name="Text 2"/>
          <p:cNvSpPr/>
          <p:nvPr>
            <p:ph idx="106" type="body" hasCustomPrompt="1"/>
          </p:nvPr>
        </p:nvSpPr>
        <p:spPr>
          <a:xfrm>
            <a:off x="685800" y="2011680"/>
            <a:ext cx="3474720" cy="2377440"/>
          </a:xfrm>
          <a:prstGeom prst="rect">
            <a:avLst/>
          </a:prstGeom>
          <a:noFill/>
          <a:ln/>
        </p:spPr>
        <p:txBody>
          <a:bodyPr wrap="square" rtlCol="0"/>
          <a:lstStyle>
            <a:lvl1pPr indent="0" marL="0">
              <a:lnSpc>
                <a:spcPts val="1700"/>
              </a:lnSpc>
              <a:buNone/>
              <a:defRPr lang="pt-BR" altLang="en-US" sz="1500" dirty="0">
                <a:solidFill>
                  <a:srgbClr val="F8F8F2"/>
                </a:solidFill>
                <a:latin typeface="Cascadia Mono" pitchFamily="34" charset="0"/>
                <a:ea typeface="Cascadia Mono" pitchFamily="34" charset="-122"/>
                <a:cs typeface="Cascadia Mono" pitchFamily="34" charset="-120"/>
              </a:defRPr>
            </a:lvl1pPr>
          </a:lstStyle>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Até 8 linhas e 30 colunas</a:t>
            </a:r>
            <a:endParaRPr lang="pt-BR" sz="1500" dirty="0"/>
          </a:p>
        </p:txBody>
      </p:sp>
      <p:sp>
        <p:nvSpPr>
          <p:cNvPr id="9" name="Text 2"/>
          <p:cNvSpPr/>
          <p:nvPr>
            <p:ph idx="107" type="body" hasCustomPrompt="1"/>
          </p:nvPr>
        </p:nvSpPr>
        <p:spPr>
          <a:xfrm>
            <a:off x="4754880" y="1371600"/>
            <a:ext cx="3931920" cy="411480"/>
          </a:xfrm>
          <a:prstGeom prst="rect">
            <a:avLst/>
          </a:prstGeom>
          <a:noFill/>
          <a:ln/>
        </p:spPr>
        <p:txBody>
          <a:bodyPr wrap="square" rtlCol="0"/>
          <a:lstStyle>
            <a:lvl1pPr indent="0" marL="0">
              <a:buNone/>
              <a:defRPr lang="pt-BR" altLang="en-US" sz="20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2000" b="1" dirty="0">
                <a:solidFill>
                  <a:schemeClr val="accent1"/>
                </a:solidFill>
                <a:latin typeface="Cascadia Mono" pitchFamily="34" charset="0"/>
                <a:ea typeface="Cascadia Mono" pitchFamily="34" charset="-122"/>
                <a:cs typeface="Cascadia Mono" pitchFamily="34" charset="-120"/>
              </a:rPr>
              <a:t>Depois</a:t>
            </a:r>
            <a:endParaRPr lang="pt-BR" sz="2000" dirty="0"/>
          </a:p>
        </p:txBody>
      </p:sp>
      <p:sp>
        <p:nvSpPr>
          <p:cNvPr id="10" name="Text 2"/>
          <p:cNvSpPr/>
          <p:nvPr/>
        </p:nvSpPr>
        <p:spPr>
          <a:xfrm>
            <a:off x="4754880" y="1874520"/>
            <a:ext cx="3931920" cy="2606040"/>
          </a:xfrm>
          <a:prstGeom prst="roundRect">
            <a:avLst>
              <a:gd name="adj" fmla="val 3509"/>
            </a:avLst>
          </a:prstGeom>
          <a:solidFill>
            <a:srgbClr val="1A1A1A"/>
          </a:solidFill>
          <a:ln w="12700">
            <a:solidFill>
              <a:srgbClr val="3A3A3A"/>
            </a:solidFill>
          </a:ln>
        </p:spPr>
        <p:txBody>
          <a:bodyPr wrap="square" rtlCol="0" anchor="ctr"/>
          <a:lstStyle/>
          <a:p>
            <a:pPr indent="0" marL="0">
              <a:buNone/>
            </a:pPr>
            <a:r>
              <a:rPr lang="en-US" dirty="0">
                <a:solidFill>
                  <a:srgbClr val="000000"/>
                </a:solidFill>
              </a:rPr>
              <a:t> </a:t>
            </a:r>
            <a:endParaRPr lang="en-US" dirty="0"/>
          </a:p>
        </p:txBody>
      </p:sp>
      <p:sp>
        <p:nvSpPr>
          <p:cNvPr id="11" name="Text 3"/>
          <p:cNvSpPr/>
          <p:nvPr>
            <p:ph idx="109" type="body" hasCustomPrompt="1"/>
          </p:nvPr>
        </p:nvSpPr>
        <p:spPr>
          <a:xfrm>
            <a:off x="4983480" y="2011680"/>
            <a:ext cx="3474720" cy="2377440"/>
          </a:xfrm>
          <a:prstGeom prst="rect">
            <a:avLst/>
          </a:prstGeom>
          <a:noFill/>
          <a:ln/>
        </p:spPr>
        <p:txBody>
          <a:bodyPr wrap="square" rtlCol="0"/>
          <a:lstStyle>
            <a:lvl1pPr indent="0" marL="0">
              <a:lnSpc>
                <a:spcPts val="1700"/>
              </a:lnSpc>
              <a:buNone/>
              <a:defRPr lang="pt-BR" altLang="en-US" sz="1500" dirty="0">
                <a:solidFill>
                  <a:srgbClr val="F8F8F2"/>
                </a:solidFill>
                <a:latin typeface="Cascadia Mono" pitchFamily="34" charset="0"/>
                <a:ea typeface="Cascadia Mono" pitchFamily="34" charset="-122"/>
                <a:cs typeface="Cascadia Mono" pitchFamily="34" charset="-120"/>
              </a:defRPr>
            </a:lvl1pPr>
          </a:lstStyle>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Até 8 linhas e 30 colunas</a:t>
            </a:r>
            <a:endParaRPr lang="pt-BR" sz="15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1013</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çã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Text 0"/>
          <p:cNvSpPr/>
          <p:nvPr>
            <p:ph idx="102" type="body" hasCustomPrompt="1"/>
          </p:nvPr>
        </p:nvSpPr>
        <p:spPr>
          <a:xfrm>
            <a:off x="457200" y="548640"/>
            <a:ext cx="7772400" cy="2194560"/>
          </a:xfrm>
          <a:prstGeom prst="rect">
            <a:avLst/>
          </a:prstGeom>
          <a:noFill/>
          <a:ln/>
        </p:spPr>
        <p:txBody>
          <a:bodyPr wrap="square" rtlCol="0"/>
          <a:lstStyle>
            <a:lvl1pPr indent="0" marL="0">
              <a:buNone/>
              <a:defRPr lang="pt-BR" altLang="en-US" sz="3200" dirty="0">
                <a:solidFill>
                  <a:schemeClr val="bg2"/>
                </a:solidFill>
              </a:defRPr>
            </a:lvl1pPr>
          </a:lstStyle>
          <a:p>
            <a:pPr indent="0" marL="0">
              <a:buNone/>
            </a:pPr>
            <a:r>
              <a:rPr lang="pt-BR" altLang="en-US" sz="3200" dirty="0">
                <a:solidFill>
                  <a:schemeClr val="bg2"/>
                </a:solidFill>
              </a:rPr>
              <a:t>“A citação vai aqui, em até três linhas.”</a:t>
            </a:r>
            <a:endParaRPr lang="pt-BR" sz="3200" dirty="0"/>
          </a:p>
        </p:txBody>
      </p:sp>
      <p:sp>
        <p:nvSpPr>
          <p:cNvPr id="5" name="Text 0"/>
          <p:cNvSpPr/>
          <p:nvPr>
            <p:ph idx="103" type="body" hasCustomPrompt="1"/>
          </p:nvPr>
        </p:nvSpPr>
        <p:spPr>
          <a:xfrm>
            <a:off x="457200" y="2880360"/>
            <a:ext cx="7772400" cy="457200"/>
          </a:xfrm>
          <a:prstGeom prst="rect">
            <a:avLst/>
          </a:prstGeom>
          <a:noFill/>
          <a:ln/>
        </p:spPr>
        <p:txBody>
          <a:bodyPr wrap="square" rtlCol="0"/>
          <a:lstStyle>
            <a:lvl1pPr indent="0" marL="0">
              <a:buNone/>
              <a:defRPr lang="pt-BR" altLang="en-US" sz="1800" dirty="0">
                <a:solidFill>
                  <a:schemeClr val="accent5"/>
                </a:solidFill>
                <a:latin typeface="Cascadia Mono" pitchFamily="34" charset="0"/>
                <a:ea typeface="Cascadia Mono" pitchFamily="34" charset="-122"/>
                <a:cs typeface="Cascadia Mono" pitchFamily="34" charset="-120"/>
              </a:defRPr>
            </a:lvl1pPr>
          </a:lstStyle>
          <a:p>
            <a:pPr indent="0" marL="0">
              <a:buNone/>
            </a:pPr>
            <a:r>
              <a:rPr lang="pt-BR" altLang="en-US" sz="1800" dirty="0">
                <a:solidFill>
                  <a:schemeClr val="accent5"/>
                </a:solidFill>
                <a:latin typeface="Cascadia Mono" pitchFamily="34" charset="0"/>
                <a:ea typeface="Cascadia Mono" pitchFamily="34" charset="-122"/>
                <a:cs typeface="Cascadia Mono" pitchFamily="34" charset="-120"/>
              </a:rPr>
              <a:t>Nome, cargo ou fonte</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rase">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pic>
        <p:nvPicPr>
          <p:cNvPr id="4" name="Image 2" descr="/home/rodbv/code/pybr2026-slides/build/witch-light-700.png">    </p:cNvPr>
          <p:cNvPicPr>
            <a:picLocks noChangeAspect="1"/>
          </p:cNvPicPr>
          <p:nvPr/>
        </p:nvPicPr>
        <p:blipFill>
          <a:blip r:embed="rId3">
            <a:alphaModFix amt="12000"/>
          </a:blip>
          <a:stretch>
            <a:fillRect/>
          </a:stretch>
        </p:blipFill>
        <p:spPr>
          <a:xfrm>
            <a:off x="6250733" y="2354580"/>
            <a:ext cx="3350467" cy="3017520"/>
          </a:xfrm>
          <a:prstGeom prst="rect">
            <a:avLst/>
          </a:prstGeom>
        </p:spPr>
      </p:pic>
      <p:sp>
        <p:nvSpPr>
          <p:cNvPr id="5" name="Text 0"/>
          <p:cNvSpPr/>
          <p:nvPr>
            <p:ph idx="103" type="title" hasCustomPrompt="1"/>
          </p:nvPr>
        </p:nvSpPr>
        <p:spPr>
          <a:xfrm>
            <a:off x="457200" y="822960"/>
            <a:ext cx="7315200" cy="3108960"/>
          </a:xfrm>
          <a:prstGeom prst="rect">
            <a:avLst/>
          </a:prstGeom>
          <a:noFill/>
          <a:ln/>
        </p:spPr>
        <p:txBody>
          <a:bodyPr wrap="square" rtlCol="0"/>
          <a:lstStyle>
            <a:lvl1pPr algn="l" indent="0" marL="0">
              <a:buNone/>
              <a:defRPr lang="pt-BR" altLang="en-US" sz="4800" b="1" dirty="0">
                <a:solidFill>
                  <a:schemeClr val="accent1"/>
                </a:solidFill>
              </a:defRPr>
            </a:lvl1pPr>
          </a:lstStyle>
          <a:p>
            <a:pPr algn="l" indent="0" marL="0">
              <a:buNone/>
            </a:pPr>
            <a:r>
              <a:rPr lang="pt-BR" altLang="en-US" sz="4800" b="1" dirty="0">
                <a:solidFill>
                  <a:schemeClr val="accent1"/>
                </a:solidFill>
              </a:rPr>
              <a:t>Uma frase só</a:t>
            </a:r>
            <a:endParaRPr lang="pt-BR" sz="4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1015</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Referências">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Referências</a:t>
            </a:r>
            <a:endParaRPr lang="pt-BR" sz="2800" dirty="0"/>
          </a:p>
        </p:txBody>
      </p:sp>
      <p:sp>
        <p:nvSpPr>
          <p:cNvPr id="6" name="Text 1"/>
          <p:cNvSpPr/>
          <p:nvPr>
            <p:ph idx="104" type="body" hasCustomPrompt="1"/>
          </p:nvPr>
        </p:nvSpPr>
        <p:spPr>
          <a:xfrm>
            <a:off x="457200" y="1417320"/>
            <a:ext cx="8229600" cy="3017520"/>
          </a:xfrm>
          <a:prstGeom prst="rect">
            <a:avLst/>
          </a:prstGeom>
          <a:noFill/>
          <a:ln/>
        </p:spPr>
        <p:txBody>
          <a:bodyPr wrap="square" rtlCol="0"/>
          <a:lstStyle>
            <a:lvl1pPr indent="0" marL="0">
              <a:spcAft>
                <a:spcPts val="1200"/>
              </a:spcAft>
              <a:buNone/>
              <a:defRPr lang="pt-BR" altLang="en-US" sz="1800" dirty="0">
                <a:solidFill>
                  <a:schemeClr val="bg2"/>
                </a:solidFill>
              </a:defRPr>
            </a:lvl1pPr>
          </a:lstStyle>
          <a:p>
            <a:pPr indent="0" marL="0">
              <a:spcAft>
                <a:spcPts val="1200"/>
              </a:spcAft>
              <a:buNone/>
            </a:pPr>
            <a:r>
              <a:rPr lang="pt-BR" altLang="en-US" sz="1800" dirty="0">
                <a:solidFill>
                  <a:schemeClr val="bg2"/>
                </a:solidFill>
              </a:rPr>
              <a:t>Título do material  endereço.com.br/link</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1016</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rês cartões">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nvSpPr>
        <p:spPr>
          <a:xfrm>
            <a:off x="457200" y="1417320"/>
            <a:ext cx="2529840" cy="3017520"/>
          </a:xfrm>
          <a:prstGeom prst="roundRect">
            <a:avLst>
              <a:gd name="adj" fmla="val 4337"/>
            </a:avLst>
          </a:prstGeom>
          <a:solidFill>
            <a:srgbClr val="242424"/>
          </a:solidFill>
          <a:ln w="12700">
            <a:solidFill>
              <a:srgbClr val="3A3A3A"/>
            </a:solidFill>
          </a:ln>
        </p:spPr>
        <p:txBody>
          <a:bodyPr wrap="square" rtlCol="0" anchor="ctr"/>
          <a:lstStyle/>
          <a:p>
            <a:pPr indent="0" marL="0">
              <a:buNone/>
            </a:pPr>
            <a:r>
              <a:rPr lang="en-US" dirty="0">
                <a:solidFill>
                  <a:srgbClr val="000000"/>
                </a:solidFill>
              </a:rPr>
              <a:t> </a:t>
            </a:r>
            <a:endParaRPr lang="en-US" dirty="0"/>
          </a:p>
        </p:txBody>
      </p:sp>
      <p:sp>
        <p:nvSpPr>
          <p:cNvPr id="7" name="Text 2"/>
          <p:cNvSpPr/>
          <p:nvPr/>
        </p:nvSpPr>
        <p:spPr>
          <a:xfrm>
            <a:off x="731520" y="1691640"/>
            <a:ext cx="640080" cy="640080"/>
          </a:xfrm>
          <a:prstGeom prst="ellipse">
            <a:avLst/>
          </a:prstGeom>
          <a:solidFill>
            <a:srgbClr val="B7FF06"/>
          </a:solidFill>
          <a:ln>
            <a:solidFill>
              <a:srgbClr val="B7FF06"/>
            </a:solidFill>
          </a:ln>
        </p:spPr>
        <p:txBody>
          <a:bodyPr wrap="square" lIns="0" tIns="0" rIns="0" bIns="0" rtlCol="0" anchor="ctr"/>
          <a:lstStyle/>
          <a:p>
            <a:pPr algn="ctr" indent="0" marL="0">
              <a:buNone/>
            </a:pPr>
            <a:r>
              <a:rPr lang="en-US" sz="1800" b="1" dirty="0">
                <a:solidFill>
                  <a:srgbClr val="0F0F0F"/>
                </a:solidFill>
                <a:latin typeface="Cascadia Mono" pitchFamily="34" charset="0"/>
                <a:ea typeface="Cascadia Mono" pitchFamily="34" charset="-122"/>
                <a:cs typeface="Cascadia Mono" pitchFamily="34" charset="-120"/>
              </a:rPr>
              <a:t>01</a:t>
            </a:r>
            <a:endParaRPr lang="en-US" sz="1800" dirty="0"/>
          </a:p>
        </p:txBody>
      </p:sp>
      <p:sp>
        <p:nvSpPr>
          <p:cNvPr id="8" name="Text 3"/>
          <p:cNvSpPr/>
          <p:nvPr>
            <p:ph idx="106" type="body" hasCustomPrompt="1"/>
          </p:nvPr>
        </p:nvSpPr>
        <p:spPr>
          <a:xfrm>
            <a:off x="731520" y="2468880"/>
            <a:ext cx="1981200" cy="594360"/>
          </a:xfrm>
          <a:prstGeom prst="rect">
            <a:avLst/>
          </a:prstGeom>
          <a:noFill/>
          <a:ln/>
        </p:spPr>
        <p:txBody>
          <a:bodyPr wrap="square" rtlCol="0"/>
          <a:lstStyle>
            <a:lvl1pPr indent="0" marL="0">
              <a:buNone/>
              <a:defRPr lang="pt-BR" altLang="en-US" sz="18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1800" b="1" dirty="0">
                <a:solidFill>
                  <a:schemeClr val="accent1"/>
                </a:solidFill>
                <a:latin typeface="Cascadia Mono" pitchFamily="34" charset="0"/>
                <a:ea typeface="Cascadia Mono" pitchFamily="34" charset="-122"/>
                <a:cs typeface="Cascadia Mono" pitchFamily="34" charset="-120"/>
              </a:rPr>
              <a:t>Título</a:t>
            </a:r>
            <a:endParaRPr lang="pt-BR" sz="1800" dirty="0"/>
          </a:p>
        </p:txBody>
      </p:sp>
      <p:sp>
        <p:nvSpPr>
          <p:cNvPr id="9" name="Text 3"/>
          <p:cNvSpPr/>
          <p:nvPr>
            <p:ph idx="107" type="body" hasCustomPrompt="1"/>
          </p:nvPr>
        </p:nvSpPr>
        <p:spPr>
          <a:xfrm>
            <a:off x="731520" y="3108960"/>
            <a:ext cx="1981200" cy="1188720"/>
          </a:xfrm>
          <a:prstGeom prst="rect">
            <a:avLst/>
          </a:prstGeom>
          <a:noFill/>
          <a:ln/>
        </p:spPr>
        <p:txBody>
          <a:bodyPr wrap="square" rtlCol="0"/>
          <a:lstStyle>
            <a:lvl1pPr indent="0" marL="0">
              <a:spcAft>
                <a:spcPts val="600"/>
              </a:spcAft>
              <a:buNone/>
              <a:defRPr lang="pt-BR" altLang="en-US" sz="1800" dirty="0">
                <a:solidFill>
                  <a:schemeClr val="bg2"/>
                </a:solidFill>
              </a:defRPr>
            </a:lvl1pPr>
          </a:lstStyle>
          <a:p>
            <a:pPr indent="0" marL="0">
              <a:spcAft>
                <a:spcPts val="600"/>
              </a:spcAft>
              <a:buNone/>
            </a:pPr>
            <a:r>
              <a:rPr lang="pt-BR" altLang="en-US" sz="1800" dirty="0">
                <a:solidFill>
                  <a:schemeClr val="bg2"/>
                </a:solidFill>
              </a:rPr>
              <a:t>Descrição curta</a:t>
            </a:r>
            <a:endParaRPr lang="pt-BR" sz="1800" dirty="0"/>
          </a:p>
        </p:txBody>
      </p:sp>
      <p:sp>
        <p:nvSpPr>
          <p:cNvPr id="10" name="Text 3"/>
          <p:cNvSpPr/>
          <p:nvPr/>
        </p:nvSpPr>
        <p:spPr>
          <a:xfrm>
            <a:off x="3307080" y="1417320"/>
            <a:ext cx="2529840" cy="3017520"/>
          </a:xfrm>
          <a:prstGeom prst="roundRect">
            <a:avLst>
              <a:gd name="adj" fmla="val 4337"/>
            </a:avLst>
          </a:prstGeom>
          <a:solidFill>
            <a:srgbClr val="242424"/>
          </a:solidFill>
          <a:ln w="12700">
            <a:solidFill>
              <a:srgbClr val="3A3A3A"/>
            </a:solidFill>
          </a:ln>
        </p:spPr>
        <p:txBody>
          <a:bodyPr wrap="square" rtlCol="0" anchor="ctr"/>
          <a:lstStyle/>
          <a:p>
            <a:pPr indent="0" marL="0">
              <a:buNone/>
            </a:pPr>
            <a:r>
              <a:rPr lang="en-US" dirty="0">
                <a:solidFill>
                  <a:srgbClr val="000000"/>
                </a:solidFill>
              </a:rPr>
              <a:t> </a:t>
            </a:r>
            <a:endParaRPr lang="en-US" dirty="0"/>
          </a:p>
        </p:txBody>
      </p:sp>
      <p:sp>
        <p:nvSpPr>
          <p:cNvPr id="11" name="Text 4"/>
          <p:cNvSpPr/>
          <p:nvPr/>
        </p:nvSpPr>
        <p:spPr>
          <a:xfrm>
            <a:off x="3581400" y="1691640"/>
            <a:ext cx="640080" cy="640080"/>
          </a:xfrm>
          <a:prstGeom prst="ellipse">
            <a:avLst/>
          </a:prstGeom>
          <a:solidFill>
            <a:srgbClr val="B7FF06"/>
          </a:solidFill>
          <a:ln>
            <a:solidFill>
              <a:srgbClr val="B7FF06"/>
            </a:solidFill>
          </a:ln>
        </p:spPr>
        <p:txBody>
          <a:bodyPr wrap="square" lIns="0" tIns="0" rIns="0" bIns="0" rtlCol="0" anchor="ctr"/>
          <a:lstStyle/>
          <a:p>
            <a:pPr algn="ctr" indent="0" marL="0">
              <a:buNone/>
            </a:pPr>
            <a:r>
              <a:rPr lang="en-US" sz="1800" b="1" dirty="0">
                <a:solidFill>
                  <a:srgbClr val="0F0F0F"/>
                </a:solidFill>
                <a:latin typeface="Cascadia Mono" pitchFamily="34" charset="0"/>
                <a:ea typeface="Cascadia Mono" pitchFamily="34" charset="-122"/>
                <a:cs typeface="Cascadia Mono" pitchFamily="34" charset="-120"/>
              </a:rPr>
              <a:t>02</a:t>
            </a:r>
            <a:endParaRPr lang="en-US" sz="1800" dirty="0"/>
          </a:p>
        </p:txBody>
      </p:sp>
      <p:sp>
        <p:nvSpPr>
          <p:cNvPr id="12" name="Text 5"/>
          <p:cNvSpPr/>
          <p:nvPr>
            <p:ph idx="110" type="body" hasCustomPrompt="1"/>
          </p:nvPr>
        </p:nvSpPr>
        <p:spPr>
          <a:xfrm>
            <a:off x="3581400" y="2468880"/>
            <a:ext cx="1981200" cy="594360"/>
          </a:xfrm>
          <a:prstGeom prst="rect">
            <a:avLst/>
          </a:prstGeom>
          <a:noFill/>
          <a:ln/>
        </p:spPr>
        <p:txBody>
          <a:bodyPr wrap="square" rtlCol="0"/>
          <a:lstStyle>
            <a:lvl1pPr indent="0" marL="0">
              <a:buNone/>
              <a:defRPr lang="pt-BR" altLang="en-US" sz="18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1800" b="1" dirty="0">
                <a:solidFill>
                  <a:schemeClr val="accent1"/>
                </a:solidFill>
                <a:latin typeface="Cascadia Mono" pitchFamily="34" charset="0"/>
                <a:ea typeface="Cascadia Mono" pitchFamily="34" charset="-122"/>
                <a:cs typeface="Cascadia Mono" pitchFamily="34" charset="-120"/>
              </a:rPr>
              <a:t>Título</a:t>
            </a:r>
            <a:endParaRPr lang="pt-BR" sz="1800" dirty="0"/>
          </a:p>
        </p:txBody>
      </p:sp>
      <p:sp>
        <p:nvSpPr>
          <p:cNvPr id="13" name="Text 5"/>
          <p:cNvSpPr/>
          <p:nvPr>
            <p:ph idx="111" type="body" hasCustomPrompt="1"/>
          </p:nvPr>
        </p:nvSpPr>
        <p:spPr>
          <a:xfrm>
            <a:off x="3581400" y="3108960"/>
            <a:ext cx="1981200" cy="1188720"/>
          </a:xfrm>
          <a:prstGeom prst="rect">
            <a:avLst/>
          </a:prstGeom>
          <a:noFill/>
          <a:ln/>
        </p:spPr>
        <p:txBody>
          <a:bodyPr wrap="square" rtlCol="0"/>
          <a:lstStyle>
            <a:lvl1pPr indent="0" marL="0">
              <a:spcAft>
                <a:spcPts val="600"/>
              </a:spcAft>
              <a:buNone/>
              <a:defRPr lang="pt-BR" altLang="en-US" sz="1800" dirty="0">
                <a:solidFill>
                  <a:schemeClr val="bg2"/>
                </a:solidFill>
              </a:defRPr>
            </a:lvl1pPr>
          </a:lstStyle>
          <a:p>
            <a:pPr indent="0" marL="0">
              <a:spcAft>
                <a:spcPts val="600"/>
              </a:spcAft>
              <a:buNone/>
            </a:pPr>
            <a:r>
              <a:rPr lang="pt-BR" altLang="en-US" sz="1800" dirty="0">
                <a:solidFill>
                  <a:schemeClr val="bg2"/>
                </a:solidFill>
              </a:rPr>
              <a:t>Descrição curta</a:t>
            </a:r>
            <a:endParaRPr lang="pt-BR" sz="1800" dirty="0"/>
          </a:p>
        </p:txBody>
      </p:sp>
      <p:sp>
        <p:nvSpPr>
          <p:cNvPr id="14" name="Text 5"/>
          <p:cNvSpPr/>
          <p:nvPr/>
        </p:nvSpPr>
        <p:spPr>
          <a:xfrm>
            <a:off x="6156960" y="1417320"/>
            <a:ext cx="2529840" cy="3017520"/>
          </a:xfrm>
          <a:prstGeom prst="roundRect">
            <a:avLst>
              <a:gd name="adj" fmla="val 4337"/>
            </a:avLst>
          </a:prstGeom>
          <a:solidFill>
            <a:srgbClr val="242424"/>
          </a:solidFill>
          <a:ln w="12700">
            <a:solidFill>
              <a:srgbClr val="3A3A3A"/>
            </a:solidFill>
          </a:ln>
        </p:spPr>
        <p:txBody>
          <a:bodyPr wrap="square" rtlCol="0" anchor="ctr"/>
          <a:lstStyle/>
          <a:p>
            <a:pPr indent="0" marL="0">
              <a:buNone/>
            </a:pPr>
            <a:r>
              <a:rPr lang="en-US" dirty="0">
                <a:solidFill>
                  <a:srgbClr val="000000"/>
                </a:solidFill>
              </a:rPr>
              <a:t> </a:t>
            </a:r>
            <a:endParaRPr lang="en-US" dirty="0"/>
          </a:p>
        </p:txBody>
      </p:sp>
      <p:sp>
        <p:nvSpPr>
          <p:cNvPr id="15" name="Text 6"/>
          <p:cNvSpPr/>
          <p:nvPr/>
        </p:nvSpPr>
        <p:spPr>
          <a:xfrm>
            <a:off x="6431280" y="1691640"/>
            <a:ext cx="640080" cy="640080"/>
          </a:xfrm>
          <a:prstGeom prst="ellipse">
            <a:avLst/>
          </a:prstGeom>
          <a:solidFill>
            <a:srgbClr val="B7FF06"/>
          </a:solidFill>
          <a:ln>
            <a:solidFill>
              <a:srgbClr val="B7FF06"/>
            </a:solidFill>
          </a:ln>
        </p:spPr>
        <p:txBody>
          <a:bodyPr wrap="square" lIns="0" tIns="0" rIns="0" bIns="0" rtlCol="0" anchor="ctr"/>
          <a:lstStyle/>
          <a:p>
            <a:pPr algn="ctr" indent="0" marL="0">
              <a:buNone/>
            </a:pPr>
            <a:r>
              <a:rPr lang="en-US" sz="1800" b="1" dirty="0">
                <a:solidFill>
                  <a:srgbClr val="0F0F0F"/>
                </a:solidFill>
                <a:latin typeface="Cascadia Mono" pitchFamily="34" charset="0"/>
                <a:ea typeface="Cascadia Mono" pitchFamily="34" charset="-122"/>
                <a:cs typeface="Cascadia Mono" pitchFamily="34" charset="-120"/>
              </a:rPr>
              <a:t>03</a:t>
            </a:r>
            <a:endParaRPr lang="en-US" sz="1800" dirty="0"/>
          </a:p>
        </p:txBody>
      </p:sp>
      <p:sp>
        <p:nvSpPr>
          <p:cNvPr id="16" name="Text 7"/>
          <p:cNvSpPr/>
          <p:nvPr>
            <p:ph idx="114" type="body" hasCustomPrompt="1"/>
          </p:nvPr>
        </p:nvSpPr>
        <p:spPr>
          <a:xfrm>
            <a:off x="6431280" y="2468880"/>
            <a:ext cx="1981200" cy="594360"/>
          </a:xfrm>
          <a:prstGeom prst="rect">
            <a:avLst/>
          </a:prstGeom>
          <a:noFill/>
          <a:ln/>
        </p:spPr>
        <p:txBody>
          <a:bodyPr wrap="square" rtlCol="0"/>
          <a:lstStyle>
            <a:lvl1pPr indent="0" marL="0">
              <a:buNone/>
              <a:defRPr lang="pt-BR" altLang="en-US" sz="1800" b="1"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1800" b="1" dirty="0">
                <a:solidFill>
                  <a:schemeClr val="accent1"/>
                </a:solidFill>
                <a:latin typeface="Cascadia Mono" pitchFamily="34" charset="0"/>
                <a:ea typeface="Cascadia Mono" pitchFamily="34" charset="-122"/>
                <a:cs typeface="Cascadia Mono" pitchFamily="34" charset="-120"/>
              </a:rPr>
              <a:t>Título</a:t>
            </a:r>
            <a:endParaRPr lang="pt-BR" sz="1800" dirty="0"/>
          </a:p>
        </p:txBody>
      </p:sp>
      <p:sp>
        <p:nvSpPr>
          <p:cNvPr id="17" name="Text 7"/>
          <p:cNvSpPr/>
          <p:nvPr>
            <p:ph idx="115" type="body" hasCustomPrompt="1"/>
          </p:nvPr>
        </p:nvSpPr>
        <p:spPr>
          <a:xfrm>
            <a:off x="6431280" y="3108960"/>
            <a:ext cx="1981200" cy="1188720"/>
          </a:xfrm>
          <a:prstGeom prst="rect">
            <a:avLst/>
          </a:prstGeom>
          <a:noFill/>
          <a:ln/>
        </p:spPr>
        <p:txBody>
          <a:bodyPr wrap="square" rtlCol="0"/>
          <a:lstStyle>
            <a:lvl1pPr indent="0" marL="0">
              <a:spcAft>
                <a:spcPts val="600"/>
              </a:spcAft>
              <a:buNone/>
              <a:defRPr lang="pt-BR" altLang="en-US" sz="1800" dirty="0">
                <a:solidFill>
                  <a:schemeClr val="bg2"/>
                </a:solidFill>
              </a:defRPr>
            </a:lvl1pPr>
          </a:lstStyle>
          <a:p>
            <a:pPr indent="0" marL="0">
              <a:spcAft>
                <a:spcPts val="600"/>
              </a:spcAft>
              <a:buNone/>
            </a:pPr>
            <a:r>
              <a:rPr lang="pt-BR" altLang="en-US" sz="1800" dirty="0">
                <a:solidFill>
                  <a:schemeClr val="bg2"/>
                </a:solidFill>
              </a:rPr>
              <a:t>Descrição curta</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1017</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Números em destaque">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E8F4BA"/>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bg2"/>
                </a:solidFill>
              </a:defRPr>
            </a:lvl1pPr>
          </a:lstStyle>
          <a:p>
            <a:pPr algn="l" indent="0" marL="0">
              <a:buNone/>
            </a:pPr>
            <a:r>
              <a:rPr lang="pt-BR" altLang="en-US" sz="2800" b="1" spc="100" cap="all" kern="0" dirty="0">
                <a:solidFill>
                  <a:schemeClr val="bg2"/>
                </a:solidFill>
              </a:rPr>
              <a:t>Título do slide</a:t>
            </a:r>
            <a:endParaRPr lang="pt-BR" sz="2800" dirty="0"/>
          </a:p>
        </p:txBody>
      </p:sp>
      <p:sp>
        <p:nvSpPr>
          <p:cNvPr id="6" name="Text 1"/>
          <p:cNvSpPr/>
          <p:nvPr>
            <p:ph idx="104" type="body" hasCustomPrompt="1"/>
          </p:nvPr>
        </p:nvSpPr>
        <p:spPr>
          <a:xfrm>
            <a:off x="457200" y="1600200"/>
            <a:ext cx="2468880" cy="1280160"/>
          </a:xfrm>
          <a:prstGeom prst="rect">
            <a:avLst/>
          </a:prstGeom>
          <a:noFill/>
          <a:ln/>
        </p:spPr>
        <p:txBody>
          <a:bodyPr wrap="square" rtlCol="0"/>
          <a:lstStyle>
            <a:lvl1pPr algn="ctr" indent="0" marL="0">
              <a:buNone/>
              <a:defRPr lang="pt-BR" altLang="en-US" sz="6000" b="1" dirty="0">
                <a:solidFill>
                  <a:schemeClr val="accent1"/>
                </a:solidFill>
                <a:latin typeface="Cascadia Mono" pitchFamily="34" charset="0"/>
                <a:ea typeface="Cascadia Mono" pitchFamily="34" charset="-122"/>
                <a:cs typeface="Cascadia Mono" pitchFamily="34" charset="-120"/>
              </a:defRPr>
            </a:lvl1pPr>
          </a:lstStyle>
          <a:p>
            <a:pPr algn="ctr" indent="0" marL="0">
              <a:buNone/>
            </a:pPr>
            <a:r>
              <a:rPr lang="pt-BR" altLang="en-US" sz="6000" b="1" dirty="0">
                <a:solidFill>
                  <a:schemeClr val="accent1"/>
                </a:solidFill>
                <a:latin typeface="Cascadia Mono" pitchFamily="34" charset="0"/>
                <a:ea typeface="Cascadia Mono" pitchFamily="34" charset="-122"/>
                <a:cs typeface="Cascadia Mono" pitchFamily="34" charset="-120"/>
              </a:rPr>
              <a:t>44</a:t>
            </a:r>
            <a:endParaRPr lang="pt-BR" sz="6000" dirty="0"/>
          </a:p>
        </p:txBody>
      </p:sp>
      <p:sp>
        <p:nvSpPr>
          <p:cNvPr id="7" name="Text 1"/>
          <p:cNvSpPr/>
          <p:nvPr>
            <p:ph idx="105" type="body" hasCustomPrompt="1"/>
          </p:nvPr>
        </p:nvSpPr>
        <p:spPr>
          <a:xfrm>
            <a:off x="457200" y="2971800"/>
            <a:ext cx="2468880" cy="822960"/>
          </a:xfrm>
          <a:prstGeom prst="rect">
            <a:avLst/>
          </a:prstGeom>
          <a:noFill/>
          <a:ln/>
        </p:spPr>
        <p:txBody>
          <a:bodyPr wrap="square" rtlCol="0"/>
          <a:lstStyle>
            <a:lvl1pPr algn="ctr" indent="0" marL="0">
              <a:spcAft>
                <a:spcPts val="1000"/>
              </a:spcAft>
              <a:buNone/>
              <a:defRPr lang="pt-BR" altLang="en-US" sz="1800" dirty="0">
                <a:solidFill>
                  <a:schemeClr val="bg2"/>
                </a:solidFill>
              </a:defRPr>
            </a:lvl1pPr>
          </a:lstStyle>
          <a:p>
            <a:pPr algn="ctr" indent="0" marL="0">
              <a:spcAft>
                <a:spcPts val="1000"/>
              </a:spcAft>
              <a:buNone/>
            </a:pPr>
            <a:r>
              <a:rPr lang="pt-BR" altLang="en-US" sz="1800" dirty="0">
                <a:solidFill>
                  <a:schemeClr val="bg2"/>
                </a:solidFill>
              </a:rPr>
              <a:t>rótulo</a:t>
            </a:r>
            <a:endParaRPr lang="pt-BR" sz="1800" dirty="0"/>
          </a:p>
        </p:txBody>
      </p:sp>
      <p:sp>
        <p:nvSpPr>
          <p:cNvPr id="8" name="Text 1"/>
          <p:cNvSpPr/>
          <p:nvPr>
            <p:ph idx="106" type="body" hasCustomPrompt="1"/>
          </p:nvPr>
        </p:nvSpPr>
        <p:spPr>
          <a:xfrm>
            <a:off x="3337560" y="1600200"/>
            <a:ext cx="2468880" cy="1280160"/>
          </a:xfrm>
          <a:prstGeom prst="rect">
            <a:avLst/>
          </a:prstGeom>
          <a:noFill/>
          <a:ln/>
        </p:spPr>
        <p:txBody>
          <a:bodyPr wrap="square" rtlCol="0"/>
          <a:lstStyle>
            <a:lvl1pPr algn="ctr" indent="0" marL="0">
              <a:buNone/>
              <a:defRPr lang="pt-BR" altLang="en-US" sz="6000" b="1" dirty="0">
                <a:solidFill>
                  <a:schemeClr val="accent1"/>
                </a:solidFill>
                <a:latin typeface="Cascadia Mono" pitchFamily="34" charset="0"/>
                <a:ea typeface="Cascadia Mono" pitchFamily="34" charset="-122"/>
                <a:cs typeface="Cascadia Mono" pitchFamily="34" charset="-120"/>
              </a:defRPr>
            </a:lvl1pPr>
          </a:lstStyle>
          <a:p>
            <a:pPr algn="ctr" indent="0" marL="0">
              <a:buNone/>
            </a:pPr>
            <a:r>
              <a:rPr lang="pt-BR" altLang="en-US" sz="6000" b="1" dirty="0">
                <a:solidFill>
                  <a:schemeClr val="accent1"/>
                </a:solidFill>
                <a:latin typeface="Cascadia Mono" pitchFamily="34" charset="0"/>
                <a:ea typeface="Cascadia Mono" pitchFamily="34" charset="-122"/>
                <a:cs typeface="Cascadia Mono" pitchFamily="34" charset="-120"/>
              </a:rPr>
              <a:t>44</a:t>
            </a:r>
            <a:endParaRPr lang="pt-BR" sz="6000" dirty="0"/>
          </a:p>
        </p:txBody>
      </p:sp>
      <p:sp>
        <p:nvSpPr>
          <p:cNvPr id="9" name="Text 1"/>
          <p:cNvSpPr/>
          <p:nvPr>
            <p:ph idx="107" type="body" hasCustomPrompt="1"/>
          </p:nvPr>
        </p:nvSpPr>
        <p:spPr>
          <a:xfrm>
            <a:off x="3337560" y="2971800"/>
            <a:ext cx="2468880" cy="822960"/>
          </a:xfrm>
          <a:prstGeom prst="rect">
            <a:avLst/>
          </a:prstGeom>
          <a:noFill/>
          <a:ln/>
        </p:spPr>
        <p:txBody>
          <a:bodyPr wrap="square" rtlCol="0"/>
          <a:lstStyle>
            <a:lvl1pPr algn="ctr" indent="0" marL="0">
              <a:spcAft>
                <a:spcPts val="1000"/>
              </a:spcAft>
              <a:buNone/>
              <a:defRPr lang="pt-BR" altLang="en-US" sz="1800" dirty="0">
                <a:solidFill>
                  <a:schemeClr val="bg2"/>
                </a:solidFill>
              </a:defRPr>
            </a:lvl1pPr>
          </a:lstStyle>
          <a:p>
            <a:pPr algn="ctr" indent="0" marL="0">
              <a:spcAft>
                <a:spcPts val="1000"/>
              </a:spcAft>
              <a:buNone/>
            </a:pPr>
            <a:r>
              <a:rPr lang="pt-BR" altLang="en-US" sz="1800" dirty="0">
                <a:solidFill>
                  <a:schemeClr val="bg2"/>
                </a:solidFill>
              </a:rPr>
              <a:t>rótulo</a:t>
            </a:r>
            <a:endParaRPr lang="pt-BR" sz="1800" dirty="0"/>
          </a:p>
        </p:txBody>
      </p:sp>
      <p:sp>
        <p:nvSpPr>
          <p:cNvPr id="10" name="Text 1"/>
          <p:cNvSpPr/>
          <p:nvPr>
            <p:ph idx="108" type="body" hasCustomPrompt="1"/>
          </p:nvPr>
        </p:nvSpPr>
        <p:spPr>
          <a:xfrm>
            <a:off x="6217920" y="1600200"/>
            <a:ext cx="2468880" cy="1280160"/>
          </a:xfrm>
          <a:prstGeom prst="rect">
            <a:avLst/>
          </a:prstGeom>
          <a:noFill/>
          <a:ln/>
        </p:spPr>
        <p:txBody>
          <a:bodyPr wrap="square" rtlCol="0"/>
          <a:lstStyle>
            <a:lvl1pPr algn="ctr" indent="0" marL="0">
              <a:buNone/>
              <a:defRPr lang="pt-BR" altLang="en-US" sz="6000" b="1" dirty="0">
                <a:solidFill>
                  <a:schemeClr val="accent1"/>
                </a:solidFill>
                <a:latin typeface="Cascadia Mono" pitchFamily="34" charset="0"/>
                <a:ea typeface="Cascadia Mono" pitchFamily="34" charset="-122"/>
                <a:cs typeface="Cascadia Mono" pitchFamily="34" charset="-120"/>
              </a:defRPr>
            </a:lvl1pPr>
          </a:lstStyle>
          <a:p>
            <a:pPr algn="ctr" indent="0" marL="0">
              <a:buNone/>
            </a:pPr>
            <a:r>
              <a:rPr lang="pt-BR" altLang="en-US" sz="6000" b="1" dirty="0">
                <a:solidFill>
                  <a:schemeClr val="accent1"/>
                </a:solidFill>
                <a:latin typeface="Cascadia Mono" pitchFamily="34" charset="0"/>
                <a:ea typeface="Cascadia Mono" pitchFamily="34" charset="-122"/>
                <a:cs typeface="Cascadia Mono" pitchFamily="34" charset="-120"/>
              </a:rPr>
              <a:t>44</a:t>
            </a:r>
            <a:endParaRPr lang="pt-BR" sz="6000" dirty="0"/>
          </a:p>
        </p:txBody>
      </p:sp>
      <p:sp>
        <p:nvSpPr>
          <p:cNvPr id="11" name="Text 1"/>
          <p:cNvSpPr/>
          <p:nvPr>
            <p:ph idx="109" type="body" hasCustomPrompt="1"/>
          </p:nvPr>
        </p:nvSpPr>
        <p:spPr>
          <a:xfrm>
            <a:off x="6217920" y="2971800"/>
            <a:ext cx="2468880" cy="822960"/>
          </a:xfrm>
          <a:prstGeom prst="rect">
            <a:avLst/>
          </a:prstGeom>
          <a:noFill/>
          <a:ln/>
        </p:spPr>
        <p:txBody>
          <a:bodyPr wrap="square" rtlCol="0"/>
          <a:lstStyle>
            <a:lvl1pPr algn="ctr" indent="0" marL="0">
              <a:spcAft>
                <a:spcPts val="1000"/>
              </a:spcAft>
              <a:buNone/>
              <a:defRPr lang="pt-BR" altLang="en-US" sz="1800" dirty="0">
                <a:solidFill>
                  <a:schemeClr val="bg2"/>
                </a:solidFill>
              </a:defRPr>
            </a:lvl1pPr>
          </a:lstStyle>
          <a:p>
            <a:pPr algn="ctr" indent="0" marL="0">
              <a:spcAft>
                <a:spcPts val="1000"/>
              </a:spcAft>
              <a:buNone/>
            </a:pPr>
            <a:r>
              <a:rPr lang="pt-BR" altLang="en-US" sz="1800" dirty="0">
                <a:solidFill>
                  <a:schemeClr val="bg2"/>
                </a:solidFill>
              </a:rPr>
              <a:t>rótulo</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1018</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alestrante">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Text 0"/>
          <p:cNvSpPr/>
          <p:nvPr>
            <p:ph idx="102" hasCustomPrompt="1"/>
          </p:nvPr>
        </p:nvSpPr>
        <p:spPr>
          <a:xfrm>
            <a:off x="457200" y="1188720"/>
            <a:ext cx="2743200" cy="274320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Foto</a:t>
            </a:r>
            <a:endParaRPr lang="pt-BR" sz="1400" dirty="0"/>
          </a:p>
        </p:txBody>
      </p:sp>
      <p:sp>
        <p:nvSpPr>
          <p:cNvPr id="5" name="Text 0"/>
          <p:cNvSpPr/>
          <p:nvPr>
            <p:ph idx="103" type="title" hasCustomPrompt="1"/>
          </p:nvPr>
        </p:nvSpPr>
        <p:spPr>
          <a:xfrm>
            <a:off x="3657600" y="1188720"/>
            <a:ext cx="5029200" cy="822960"/>
          </a:xfrm>
          <a:prstGeom prst="rect">
            <a:avLst/>
          </a:prstGeom>
          <a:noFill/>
          <a:ln/>
        </p:spPr>
        <p:txBody>
          <a:bodyPr wrap="square" rtlCol="0"/>
          <a:lstStyle>
            <a:lvl1pPr algn="l" indent="0" marL="0">
              <a:buNone/>
              <a:defRPr lang="pt-BR" altLang="en-US" sz="3000" b="1" dirty="0">
                <a:solidFill>
                  <a:schemeClr val="bg2"/>
                </a:solidFill>
              </a:defRPr>
            </a:lvl1pPr>
          </a:lstStyle>
          <a:p>
            <a:pPr algn="l" indent="0" marL="0">
              <a:buNone/>
            </a:pPr>
            <a:r>
              <a:rPr lang="pt-BR" altLang="en-US" sz="3000" b="1" dirty="0">
                <a:solidFill>
                  <a:schemeClr val="bg2"/>
                </a:solidFill>
              </a:rPr>
              <a:t>Nome da pessoa</a:t>
            </a:r>
            <a:endParaRPr lang="pt-BR" sz="3000" dirty="0"/>
          </a:p>
        </p:txBody>
      </p:sp>
      <p:sp>
        <p:nvSpPr>
          <p:cNvPr id="6" name="Text 0"/>
          <p:cNvSpPr/>
          <p:nvPr>
            <p:ph idx="104" type="body" hasCustomPrompt="1"/>
          </p:nvPr>
        </p:nvSpPr>
        <p:spPr>
          <a:xfrm>
            <a:off x="3657600" y="2011680"/>
            <a:ext cx="5029200" cy="640080"/>
          </a:xfrm>
          <a:prstGeom prst="rect">
            <a:avLst/>
          </a:prstGeom>
          <a:noFill/>
          <a:ln/>
        </p:spPr>
        <p:txBody>
          <a:bodyPr wrap="square" rtlCol="0"/>
          <a:lstStyle>
            <a:lvl1pPr indent="0" marL="0">
              <a:buNone/>
              <a:defRPr lang="pt-BR" altLang="en-US" sz="1600" dirty="0">
                <a:solidFill>
                  <a:schemeClr val="accent1"/>
                </a:solidFill>
                <a:latin typeface="Cascadia Mono" pitchFamily="34" charset="0"/>
                <a:ea typeface="Cascadia Mono" pitchFamily="34" charset="-122"/>
                <a:cs typeface="Cascadia Mono" pitchFamily="34" charset="-120"/>
              </a:defRPr>
            </a:lvl1pPr>
          </a:lstStyle>
          <a:p>
            <a:pPr indent="0" marL="0">
              <a:buNone/>
            </a:pPr>
            <a:r>
              <a:rPr lang="pt-BR" altLang="en-US" sz="1600" dirty="0">
                <a:solidFill>
                  <a:schemeClr val="accent1"/>
                </a:solidFill>
                <a:latin typeface="Cascadia Mono" pitchFamily="34" charset="0"/>
                <a:ea typeface="Cascadia Mono" pitchFamily="34" charset="-122"/>
                <a:cs typeface="Cascadia Mono" pitchFamily="34" charset="-120"/>
              </a:rPr>
              <a:t>Cargo, empresa ou comunidade</a:t>
            </a:r>
            <a:endParaRPr lang="pt-BR" sz="1600" dirty="0"/>
          </a:p>
        </p:txBody>
      </p:sp>
      <p:sp>
        <p:nvSpPr>
          <p:cNvPr id="7" name="Text 0"/>
          <p:cNvSpPr/>
          <p:nvPr>
            <p:ph idx="105" type="body" hasCustomPrompt="1"/>
          </p:nvPr>
        </p:nvSpPr>
        <p:spPr>
          <a:xfrm>
            <a:off x="3657600" y="2743200"/>
            <a:ext cx="5029200" cy="1645920"/>
          </a:xfrm>
          <a:prstGeom prst="rect">
            <a:avLst/>
          </a:prstGeom>
          <a:noFill/>
          <a:ln/>
        </p:spPr>
        <p:txBody>
          <a:bodyPr wrap="square" rtlCol="0"/>
          <a:lstStyle>
            <a:lvl1pPr marL="254000" indent="-254000">
              <a:spcAft>
                <a:spcPts val="1000"/>
              </a:spcAft>
              <a:buSzPct val="100000"/>
              <a:buChar char="•"/>
              <a:defRPr lang="pt-BR" altLang="en-US" sz="1800" dirty="0">
                <a:solidFill>
                  <a:schemeClr val="bg2"/>
                </a:solidFill>
              </a:defRPr>
            </a:lvl1pPr>
          </a:lstStyle>
          <a:p>
            <a:pPr marL="254000" indent="-254000">
              <a:spcAft>
                <a:spcPts val="1000"/>
              </a:spcAft>
              <a:buSzPct val="100000"/>
              <a:buChar char="•"/>
            </a:pPr>
            <a:r>
              <a:rPr lang="pt-BR" altLang="en-US" sz="1800" dirty="0">
                <a:solidFill>
                  <a:schemeClr val="bg2"/>
                </a:solidFill>
              </a:rPr>
              <a:t>Três fatos sobre você</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1019</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Imagem cheia">
    <p:bg>
      <p:bgPr>
        <a:solidFill>
          <a:srgbClr val="0F0F0F"/>
        </a:solidFill>
      </p:bgPr>
    </p:bg>
    <p:spTree>
      <p:nvGrpSpPr>
        <p:cNvPr id="1" name=""/>
        <p:cNvGrpSpPr/>
        <p:nvPr/>
      </p:nvGrpSpPr>
      <p:grpSpPr>
        <a:xfrm>
          <a:off x="0" y="0"/>
          <a:ext cx="0" cy="0"/>
          <a:chOff x="0" y="0"/>
          <a:chExt cx="0" cy="0"/>
        </a:xfrm>
      </p:grpSpPr>
      <p:sp>
        <p:nvSpPr>
          <p:cNvPr id="2" name="Text 0"/>
          <p:cNvSpPr/>
          <p:nvPr>
            <p:ph idx="100" hasCustomPrompt="1"/>
          </p:nvPr>
        </p:nvSpPr>
        <p:spPr>
          <a:xfrm>
            <a:off x="0" y="0"/>
            <a:ext cx="9144000" cy="5143500"/>
          </a:xfrm>
          <a:prstGeom prst="rect">
            <a:avLst/>
          </a:prstGeom>
          <a:solidFill>
            <a:srgbClr val="242424"/>
          </a:solidFill>
          <a:ln w="12700">
            <a:solidFill>
              <a:srgbClr val="3A3A3A"/>
            </a:solidFill>
          </a:ln>
        </p:spPr>
        <p:txBody>
          <a:bodyPr wrap="square" rtlCol="0"/>
          <a:lstStyle>
            <a:lvl1pPr algn="ctr" indent="0" marL="0">
              <a:buNone/>
              <a:defRPr lang="pt-BR" altLang="en-US" sz="1400" dirty="0">
                <a:solidFill>
                  <a:schemeClr val="accent5"/>
                </a:solidFill>
              </a:defRPr>
            </a:lvl1pPr>
          </a:lstStyle>
          <a:p>
            <a:pPr algn="ctr" indent="0" marL="0">
              <a:buNone/>
            </a:pPr>
            <a:r>
              <a:rPr lang="pt-BR" altLang="en-US" sz="1400" dirty="0">
                <a:solidFill>
                  <a:schemeClr val="accent5"/>
                </a:solidFill>
              </a:rPr>
              <a:t>Clique no ícone ou arraste uma imagem de fundo</a:t>
            </a:r>
            <a:endParaRPr lang="pt-BR" sz="1400"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m branco">
    <p:bg>
      <p:bgPr>
        <a:solidFill>
          <a:srgbClr val="0F0F0F"/>
        </a:solidFill>
      </p:bgPr>
    </p:bg>
    <p:spTree>
      <p:nvGrpSpPr>
        <p:cNvPr id="1" name=""/>
        <p:cNvGrpSpPr/>
        <p:nvPr/>
      </p:nvGrpSpPr>
      <p:grpSpPr>
        <a:xfrm>
          <a:off x="0" y="0"/>
          <a:ext cx="0" cy="0"/>
          <a:chOff x="0" y="0"/>
          <a:chExt cx="0" cy="0"/>
        </a:xfrm>
      </p:grpSpPr>
      <p:pic>
        <p:nvPicPr>
          <p:cNvPr id="2" name="Image 0" descr="/home/rodbv/code/pybr2026-slides/build/witch-light-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light-on-dark-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1021</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apa (claro)">
    <p:bg>
      <p:bgPr>
        <a:solidFill>
          <a:srgbClr val="FFFFFF"/>
        </a:solidFill>
      </p:bgPr>
    </p:bg>
    <p:spTree>
      <p:nvGrpSpPr>
        <p:cNvPr id="1" name=""/>
        <p:cNvGrpSpPr/>
        <p:nvPr/>
      </p:nvGrpSpPr>
      <p:grpSpPr>
        <a:xfrm>
          <a:off x="0" y="0"/>
          <a:ext cx="0" cy="0"/>
          <a:chOff x="0" y="0"/>
          <a:chExt cx="0" cy="0"/>
        </a:xfrm>
      </p:grpSpPr>
      <p:pic>
        <p:nvPicPr>
          <p:cNvPr id="2" name="Image 0" descr="python brasil">    </p:cNvPr>
          <p:cNvPicPr>
            <a:picLocks noChangeAspect="1"/>
          </p:cNvPicPr>
          <p:nvPr/>
        </p:nvPicPr>
        <p:blipFill>
          <a:blip r:embed="rId1"/>
          <a:stretch>
            <a:fillRect/>
          </a:stretch>
        </p:blipFill>
        <p:spPr>
          <a:xfrm>
            <a:off x="4846320" y="1965960"/>
            <a:ext cx="3840480" cy="2011095"/>
          </a:xfrm>
          <a:prstGeom prst="rect">
            <a:avLst/>
          </a:prstGeom>
        </p:spPr>
      </p:pic>
      <p:pic>
        <p:nvPicPr>
          <p:cNvPr id="3" name="Image 1" descr="/home/rodbv/code/pybr2026-slides/assets/brand/em-floripa-on-light.png">    </p:cNvPr>
          <p:cNvPicPr>
            <a:picLocks noChangeAspect="1"/>
          </p:cNvPicPr>
          <p:nvPr/>
        </p:nvPicPr>
        <p:blipFill>
          <a:blip r:embed="rId2"/>
          <a:stretch>
            <a:fillRect/>
          </a:stretch>
        </p:blipFill>
        <p:spPr>
          <a:xfrm>
            <a:off x="4846320" y="4031919"/>
            <a:ext cx="691286" cy="127875"/>
          </a:xfrm>
          <a:prstGeom prst="rect">
            <a:avLst/>
          </a:prstGeom>
        </p:spPr>
      </p:pic>
      <p:pic>
        <p:nvPicPr>
          <p:cNvPr id="4" name="Image 2" descr="/home/rodbv/code/pybr2026-slides/assets/brand/year-on-light.png">    </p:cNvPr>
          <p:cNvPicPr>
            <a:picLocks noChangeAspect="1"/>
          </p:cNvPicPr>
          <p:nvPr/>
        </p:nvPicPr>
        <p:blipFill>
          <a:blip r:embed="rId3"/>
          <a:stretch>
            <a:fillRect/>
          </a:stretch>
        </p:blipFill>
        <p:spPr>
          <a:xfrm>
            <a:off x="5979262" y="4041063"/>
            <a:ext cx="288036" cy="99095"/>
          </a:xfrm>
          <a:prstGeom prst="rect">
            <a:avLst/>
          </a:prstGeom>
        </p:spPr>
      </p:pic>
      <p:sp>
        <p:nvSpPr>
          <p:cNvPr id="5" name="Text 0"/>
          <p:cNvSpPr/>
          <p:nvPr/>
        </p:nvSpPr>
        <p:spPr>
          <a:xfrm>
            <a:off x="7132320" y="274320"/>
            <a:ext cx="1554480" cy="1554480"/>
          </a:xfrm>
          <a:prstGeom prst="ellipse">
            <a:avLst/>
          </a:prstGeom>
          <a:solidFill>
            <a:srgbClr val="B7FF06"/>
          </a:solidFill>
          <a:ln>
            <a:solidFill>
              <a:srgbClr val="B7FF06"/>
            </a:solidFill>
          </a:ln>
        </p:spPr>
        <p:txBody>
          <a:bodyPr wrap="square" rtlCol="0" anchor="ctr"/>
          <a:lstStyle/>
          <a:p>
            <a:pPr indent="0" marL="0">
              <a:buNone/>
            </a:pPr>
            <a:r>
              <a:rPr lang="en-US" dirty="0">
                <a:solidFill>
                  <a:srgbClr val="000000"/>
                </a:solidFill>
              </a:rPr>
              <a:t> </a:t>
            </a:r>
            <a:endParaRPr lang="en-US" dirty="0"/>
          </a:p>
        </p:txBody>
      </p:sp>
      <p:sp>
        <p:nvSpPr>
          <p:cNvPr id="6" name="Text 1"/>
          <p:cNvSpPr txBox="1"/>
          <p:nvPr/>
        </p:nvSpPr>
        <p:spPr>
          <a:xfrm>
            <a:off x="7132320" y="274320"/>
            <a:ext cx="1554480" cy="1554480"/>
          </a:xfrm>
          <a:prstGeom prst="rect">
            <a:avLst/>
          </a:prstGeom>
          <a:noFill/>
          <a:ln/>
        </p:spPr>
        <p:txBody>
          <a:bodyPr wrap="square" lIns="0" tIns="0" rIns="0" bIns="0" rtlCol="0" anchor="ctr"/>
          <a:lstStyle/>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14 a 19</a:t>
            </a:r>
            <a:endParaRPr lang="pt-BR" sz="1300" dirty="0"/>
          </a:p>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de outubro</a:t>
            </a:r>
            <a:endParaRPr lang="pt-BR" sz="1300" dirty="0"/>
          </a:p>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de 2026</a:t>
            </a:r>
            <a:endParaRPr lang="pt-BR" sz="1300" dirty="0"/>
          </a:p>
          <a:p>
            <a:pPr algn="ctr" indent="0" marL="0">
              <a:buNone/>
            </a:pPr>
            <a:r>
              <a:rPr lang="pt-BR" altLang="en-US" sz="1300" b="1" dirty="0">
                <a:solidFill>
                  <a:srgbClr val="0F0F0F"/>
                </a:solidFill>
                <a:latin typeface="Cascadia Mono" pitchFamily="34" charset="0"/>
                <a:ea typeface="Cascadia Mono" pitchFamily="34" charset="-122"/>
                <a:cs typeface="Cascadia Mono" pitchFamily="34" charset="-120"/>
              </a:rPr>
              <a:t>{Floripa/SC}</a:t>
            </a:r>
            <a:endParaRPr lang="pt-BR" sz="1300" dirty="0"/>
          </a:p>
        </p:txBody>
      </p:sp>
      <p:sp>
        <p:nvSpPr>
          <p:cNvPr id="7" name="Text 2"/>
          <p:cNvSpPr/>
          <p:nvPr>
            <p:ph idx="105" type="title" hasCustomPrompt="1"/>
          </p:nvPr>
        </p:nvSpPr>
        <p:spPr>
          <a:xfrm>
            <a:off x="457200" y="822960"/>
            <a:ext cx="4206240" cy="2103120"/>
          </a:xfrm>
          <a:prstGeom prst="rect">
            <a:avLst/>
          </a:prstGeom>
          <a:noFill/>
          <a:ln/>
        </p:spPr>
        <p:txBody>
          <a:bodyPr wrap="square" rtlCol="0"/>
          <a:lstStyle>
            <a:lvl1pPr algn="l" indent="0" marL="0">
              <a:buNone/>
              <a:defRPr lang="pt-BR" altLang="en-US" sz="3600" b="1" dirty="0">
                <a:solidFill>
                  <a:schemeClr val="tx1"/>
                </a:solidFill>
              </a:defRPr>
            </a:lvl1pPr>
          </a:lstStyle>
          <a:p>
            <a:pPr algn="l" indent="0" marL="0">
              <a:buNone/>
            </a:pPr>
            <a:r>
              <a:rPr lang="pt-BR" altLang="en-US" sz="3600" b="1" dirty="0">
                <a:solidFill>
                  <a:schemeClr val="tx1"/>
                </a:solidFill>
              </a:rPr>
              <a:t>Título da palestra</a:t>
            </a:r>
            <a:endParaRPr lang="pt-BR" sz="3600" dirty="0"/>
          </a:p>
        </p:txBody>
      </p:sp>
      <p:sp>
        <p:nvSpPr>
          <p:cNvPr id="8" name="Text 2"/>
          <p:cNvSpPr/>
          <p:nvPr>
            <p:ph idx="106" type="body" hasCustomPrompt="1"/>
          </p:nvPr>
        </p:nvSpPr>
        <p:spPr>
          <a:xfrm>
            <a:off x="457200" y="3063240"/>
            <a:ext cx="4206240" cy="457200"/>
          </a:xfrm>
          <a:prstGeom prst="rect">
            <a:avLst/>
          </a:prstGeom>
          <a:noFill/>
          <a:ln/>
        </p:spPr>
        <p:txBody>
          <a:bodyPr wrap="square" rtlCol="0"/>
          <a:lstStyle>
            <a:lvl1pPr indent="0" marL="0">
              <a:buNone/>
              <a:defRPr lang="pt-BR" altLang="en-US" sz="2000" dirty="0">
                <a:solidFill>
                  <a:schemeClr val="tx1"/>
                </a:solidFill>
              </a:defRPr>
            </a:lvl1pPr>
          </a:lstStyle>
          <a:p>
            <a:pPr indent="0" marL="0">
              <a:buNone/>
            </a:pPr>
            <a:r>
              <a:rPr lang="pt-BR" altLang="en-US" sz="2000" dirty="0">
                <a:solidFill>
                  <a:schemeClr val="tx1"/>
                </a:solidFill>
              </a:rPr>
              <a:t>Subtítulo ou frase de efeito</a:t>
            </a:r>
            <a:endParaRPr lang="pt-BR" sz="2000" dirty="0"/>
          </a:p>
        </p:txBody>
      </p:sp>
      <p:sp>
        <p:nvSpPr>
          <p:cNvPr id="9" name="Text 2"/>
          <p:cNvSpPr/>
          <p:nvPr>
            <p:ph idx="107" type="body" hasCustomPrompt="1"/>
          </p:nvPr>
        </p:nvSpPr>
        <p:spPr>
          <a:xfrm>
            <a:off x="457200" y="3657600"/>
            <a:ext cx="4206240" cy="457200"/>
          </a:xfrm>
          <a:prstGeom prst="rect">
            <a:avLst/>
          </a:prstGeom>
          <a:noFill/>
          <a:ln/>
        </p:spPr>
        <p:txBody>
          <a:bodyPr wrap="square" rtlCol="0"/>
          <a:lstStyle>
            <a:lvl1pPr indent="0" marL="0">
              <a:buNone/>
              <a:defRPr lang="pt-BR" altLang="en-US" sz="1800" b="1" dirty="0">
                <a:solidFill>
                  <a:schemeClr val="tx1"/>
                </a:solidFill>
              </a:defRPr>
            </a:lvl1pPr>
          </a:lstStyle>
          <a:p>
            <a:pPr indent="0" marL="0">
              <a:buNone/>
            </a:pPr>
            <a:r>
              <a:rPr lang="pt-BR" altLang="en-US" sz="1800" b="1" dirty="0">
                <a:solidFill>
                  <a:schemeClr val="tx1"/>
                </a:solidFill>
              </a:rPr>
              <a:t>Nome da pessoa palestrante · @usuario</a:t>
            </a:r>
            <a:endParaRPr lang="pt-BR" sz="1800"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ncerrament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Text 0"/>
          <p:cNvSpPr/>
          <p:nvPr>
            <p:ph idx="102" type="title" hasCustomPrompt="1"/>
          </p:nvPr>
        </p:nvSpPr>
        <p:spPr>
          <a:xfrm>
            <a:off x="457200" y="731520"/>
            <a:ext cx="4754880" cy="1280160"/>
          </a:xfrm>
          <a:prstGeom prst="rect">
            <a:avLst/>
          </a:prstGeom>
          <a:noFill/>
          <a:ln/>
        </p:spPr>
        <p:txBody>
          <a:bodyPr wrap="square" rtlCol="0"/>
          <a:lstStyle>
            <a:lvl1pPr algn="l" indent="0" marL="0">
              <a:buNone/>
              <a:defRPr lang="pt-BR" altLang="en-US" sz="4400" b="1" dirty="0">
                <a:solidFill>
                  <a:schemeClr val="tx1"/>
                </a:solidFill>
              </a:defRPr>
            </a:lvl1pPr>
          </a:lstStyle>
          <a:p>
            <a:pPr algn="l" indent="0" marL="0">
              <a:buNone/>
            </a:pPr>
            <a:r>
              <a:rPr lang="pt-BR" altLang="en-US" sz="4400" b="1" dirty="0">
                <a:solidFill>
                  <a:schemeClr val="tx1"/>
                </a:solidFill>
              </a:rPr>
              <a:t>Valeu!</a:t>
            </a:r>
            <a:endParaRPr lang="pt-BR" sz="4400" dirty="0"/>
          </a:p>
        </p:txBody>
      </p:sp>
      <p:sp>
        <p:nvSpPr>
          <p:cNvPr id="5" name="Text 0"/>
          <p:cNvSpPr/>
          <p:nvPr>
            <p:ph idx="103" type="body" hasCustomPrompt="1"/>
          </p:nvPr>
        </p:nvSpPr>
        <p:spPr>
          <a:xfrm>
            <a:off x="457200" y="2194560"/>
            <a:ext cx="4754880" cy="2103120"/>
          </a:xfrm>
          <a:prstGeom prst="rect">
            <a:avLst/>
          </a:prstGeom>
          <a:noFill/>
          <a:ln/>
        </p:spPr>
        <p:txBody>
          <a:bodyPr wrap="square" rtlCol="0"/>
          <a:lstStyle>
            <a:lvl1pPr indent="0" marL="0">
              <a:spcAft>
                <a:spcPts val="1000"/>
              </a:spcAft>
              <a:buNone/>
              <a:defRPr lang="pt-BR" altLang="en-US" sz="2000" dirty="0">
                <a:solidFill>
                  <a:schemeClr val="tx1"/>
                </a:solidFill>
              </a:defRPr>
            </a:lvl1pPr>
          </a:lstStyle>
          <a:p>
            <a:pPr indent="0" marL="0">
              <a:spcAft>
                <a:spcPts val="1000"/>
              </a:spcAft>
              <a:buNone/>
            </a:pPr>
            <a:r>
              <a:rPr lang="pt-BR" altLang="en-US" sz="2000" dirty="0">
                <a:solidFill>
                  <a:schemeClr val="tx1"/>
                </a:solidFill>
              </a:rPr>
              <a:t>Contatos: handle, e-mail, site</a:t>
            </a:r>
            <a:endParaRPr lang="pt-BR" sz="2000" dirty="0"/>
          </a:p>
        </p:txBody>
      </p:sp>
      <p:sp>
        <p:nvSpPr>
          <p:cNvPr id="6" name="Text 0"/>
          <p:cNvSpPr/>
          <p:nvPr>
            <p:ph idx="104" hasCustomPrompt="1"/>
          </p:nvPr>
        </p:nvSpPr>
        <p:spPr>
          <a:xfrm>
            <a:off x="5669280" y="502920"/>
            <a:ext cx="3017520" cy="301752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QR code com o link dos slides</a:t>
            </a:r>
            <a:endParaRPr lang="pt-BR" sz="1400" dirty="0"/>
          </a:p>
        </p:txBody>
      </p:sp>
      <p:sp>
        <p:nvSpPr>
          <p:cNvPr id="7" name="Text 0"/>
          <p:cNvSpPr/>
          <p:nvPr>
            <p:ph idx="105" type="body" hasCustomPrompt="1"/>
          </p:nvPr>
        </p:nvSpPr>
        <p:spPr>
          <a:xfrm>
            <a:off x="5669280" y="3611880"/>
            <a:ext cx="3017520" cy="411480"/>
          </a:xfrm>
          <a:prstGeom prst="rect">
            <a:avLst/>
          </a:prstGeom>
          <a:noFill/>
          <a:ln/>
        </p:spPr>
        <p:txBody>
          <a:bodyPr wrap="square" rtlCol="0"/>
          <a:lstStyle>
            <a:lvl1pPr algn="ctr" indent="0" marL="0">
              <a:buNone/>
              <a:defRPr lang="pt-BR" altLang="en-US" sz="1600" dirty="0">
                <a:solidFill>
                  <a:schemeClr val="tx1"/>
                </a:solidFill>
                <a:latin typeface="Cascadia Mono" pitchFamily="34" charset="0"/>
                <a:ea typeface="Cascadia Mono" pitchFamily="34" charset="-122"/>
                <a:cs typeface="Cascadia Mono" pitchFamily="34" charset="-120"/>
              </a:defRPr>
            </a:lvl1pPr>
          </a:lstStyle>
          <a:p>
            <a:pPr algn="ctr" indent="0" marL="0">
              <a:buNone/>
            </a:pPr>
            <a:r>
              <a:rPr lang="pt-BR" altLang="en-US" sz="1600" dirty="0">
                <a:solidFill>
                  <a:schemeClr val="tx1"/>
                </a:solidFill>
                <a:latin typeface="Cascadia Mono" pitchFamily="34" charset="0"/>
                <a:ea typeface="Cascadia Mono" pitchFamily="34" charset="-122"/>
                <a:cs typeface="Cascadia Mono" pitchFamily="34" charset="-120"/>
              </a:rPr>
              <a:t>endereço.com.br/slides</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1023</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Agenda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Agenda</a:t>
            </a:r>
            <a:endParaRPr lang="pt-BR" sz="2800" dirty="0"/>
          </a:p>
        </p:txBody>
      </p:sp>
      <p:sp>
        <p:nvSpPr>
          <p:cNvPr id="6" name="Text 1"/>
          <p:cNvSpPr/>
          <p:nvPr>
            <p:ph idx="104" type="body" hasCustomPrompt="1"/>
          </p:nvPr>
        </p:nvSpPr>
        <p:spPr>
          <a:xfrm>
            <a:off x="457200" y="1417320"/>
            <a:ext cx="7315200" cy="3017520"/>
          </a:xfrm>
          <a:prstGeom prst="rect">
            <a:avLst/>
          </a:prstGeom>
          <a:noFill/>
          <a:ln/>
        </p:spPr>
        <p:txBody>
          <a:bodyPr wrap="square" rtlCol="0"/>
          <a:lstStyle>
            <a:lvl1pPr marL="431800" indent="-431800">
              <a:spcAft>
                <a:spcPts val="1400"/>
              </a:spcAft>
              <a:buSzPct val="100000"/>
              <a:buFont typeface="+mj-lt"/>
              <a:buAutoNum type="arabicPeriod"/>
              <a:defRPr lang="pt-BR" altLang="en-US" sz="2400" dirty="0">
                <a:solidFill>
                  <a:schemeClr val="tx1"/>
                </a:solidFill>
              </a:defRPr>
            </a:lvl1pPr>
          </a:lstStyle>
          <a:p>
            <a:pPr marL="431800" indent="-431800">
              <a:spcAft>
                <a:spcPts val="1400"/>
              </a:spcAft>
              <a:buSzPct val="100000"/>
              <a:buFont typeface="+mj-lt"/>
              <a:buAutoNum type="arabicPeriod"/>
            </a:pPr>
            <a:r>
              <a:rPr lang="pt-BR" altLang="en-US" sz="2400" dirty="0">
                <a:solidFill>
                  <a:schemeClr val="tx1"/>
                </a:solidFill>
              </a:rPr>
              <a:t>Tópico</a:t>
            </a:r>
            <a:endParaRPr lang="pt-BR" sz="2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1024</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çã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pic>
        <p:nvPicPr>
          <p:cNvPr id="4" name="Image 2" descr="/home/rodbv/code/pybr2026-slides/build/witch-dark-700.png">    </p:cNvPr>
          <p:cNvPicPr>
            <a:picLocks noChangeAspect="1"/>
          </p:cNvPicPr>
          <p:nvPr/>
        </p:nvPicPr>
        <p:blipFill>
          <a:blip r:embed="rId3">
            <a:alphaModFix amt="12000"/>
          </a:blip>
          <a:stretch>
            <a:fillRect/>
          </a:stretch>
        </p:blipFill>
        <p:spPr>
          <a:xfrm>
            <a:off x="6250733" y="2354580"/>
            <a:ext cx="3350467" cy="3017520"/>
          </a:xfrm>
          <a:prstGeom prst="rect">
            <a:avLst/>
          </a:prstGeom>
        </p:spPr>
      </p:pic>
      <p:sp>
        <p:nvSpPr>
          <p:cNvPr id="5" name="Text 0"/>
          <p:cNvSpPr/>
          <p:nvPr/>
        </p:nvSpPr>
        <p:spPr>
          <a:xfrm>
            <a:off x="457200" y="1691640"/>
            <a:ext cx="1737360" cy="1737360"/>
          </a:xfrm>
          <a:prstGeom prst="ellipse">
            <a:avLst/>
          </a:prstGeom>
          <a:solidFill>
            <a:srgbClr val="B7FF06"/>
          </a:solidFill>
          <a:ln>
            <a:solidFill>
              <a:srgbClr val="B7FF06"/>
            </a:solidFill>
          </a:ln>
        </p:spPr>
        <p:txBody>
          <a:bodyPr wrap="square" rtlCol="0" anchor="ctr"/>
          <a:lstStyle/>
          <a:p>
            <a:pPr indent="0" marL="0">
              <a:buNone/>
            </a:pPr>
            <a:r>
              <a:rPr lang="en-US" dirty="0">
                <a:solidFill>
                  <a:srgbClr val="000000"/>
                </a:solidFill>
              </a:rPr>
              <a:t> </a:t>
            </a:r>
            <a:endParaRPr lang="en-US" dirty="0"/>
          </a:p>
        </p:txBody>
      </p:sp>
      <p:sp>
        <p:nvSpPr>
          <p:cNvPr id="6" name="Text 1"/>
          <p:cNvSpPr/>
          <p:nvPr>
            <p:ph idx="104" type="body" hasCustomPrompt="1"/>
          </p:nvPr>
        </p:nvSpPr>
        <p:spPr>
          <a:xfrm>
            <a:off x="457200" y="1691640"/>
            <a:ext cx="1737360" cy="1737360"/>
          </a:xfrm>
          <a:prstGeom prst="rect">
            <a:avLst/>
          </a:prstGeom>
          <a:noFill/>
          <a:ln/>
        </p:spPr>
        <p:txBody>
          <a:bodyPr wrap="square" rtlCol="0"/>
          <a:lstStyle>
            <a:lvl1pPr algn="ctr" indent="0" marL="0">
              <a:buNone/>
              <a:defRPr lang="pt-BR" altLang="en-US" sz="4000" b="1" dirty="0">
                <a:solidFill>
                  <a:srgbClr val="0F0F0F"/>
                </a:solidFill>
                <a:latin typeface="Cascadia Mono" pitchFamily="34" charset="0"/>
                <a:ea typeface="Cascadia Mono" pitchFamily="34" charset="-122"/>
                <a:cs typeface="Cascadia Mono" pitchFamily="34" charset="-120"/>
              </a:defRPr>
            </a:lvl1pPr>
          </a:lstStyle>
          <a:p>
            <a:pPr algn="ctr" indent="0" marL="0">
              <a:buNone/>
            </a:pPr>
            <a:r>
              <a:rPr lang="pt-BR" altLang="en-US" sz="4000" b="1" dirty="0">
                <a:solidFill>
                  <a:srgbClr val="0F0F0F"/>
                </a:solidFill>
                <a:latin typeface="Cascadia Mono" pitchFamily="34" charset="0"/>
                <a:ea typeface="Cascadia Mono" pitchFamily="34" charset="-122"/>
                <a:cs typeface="Cascadia Mono" pitchFamily="34" charset="-120"/>
              </a:rPr>
              <a:t>01</a:t>
            </a:r>
            <a:endParaRPr lang="pt-BR" sz="4000" dirty="0"/>
          </a:p>
        </p:txBody>
      </p:sp>
      <p:sp>
        <p:nvSpPr>
          <p:cNvPr id="7" name="Text 1"/>
          <p:cNvSpPr/>
          <p:nvPr>
            <p:ph idx="105" type="title" hasCustomPrompt="1"/>
          </p:nvPr>
        </p:nvSpPr>
        <p:spPr>
          <a:xfrm>
            <a:off x="2560320" y="1463040"/>
            <a:ext cx="6126480" cy="2194560"/>
          </a:xfrm>
          <a:prstGeom prst="rect">
            <a:avLst/>
          </a:prstGeom>
          <a:noFill/>
          <a:ln/>
        </p:spPr>
        <p:txBody>
          <a:bodyPr wrap="square" rtlCol="0"/>
          <a:lstStyle>
            <a:lvl1pPr algn="l" indent="0" marL="0">
              <a:buNone/>
              <a:defRPr lang="pt-BR" altLang="en-US" sz="3400" b="1" dirty="0">
                <a:solidFill>
                  <a:schemeClr val="tx1"/>
                </a:solidFill>
              </a:defRPr>
            </a:lvl1pPr>
          </a:lstStyle>
          <a:p>
            <a:pPr algn="l" indent="0" marL="0">
              <a:buNone/>
            </a:pPr>
            <a:r>
              <a:rPr lang="pt-BR" altLang="en-US" sz="3400" b="1" dirty="0">
                <a:solidFill>
                  <a:schemeClr val="tx1"/>
                </a:solidFill>
              </a:rPr>
              <a:t>Título da seção</a:t>
            </a:r>
            <a:endParaRPr lang="pt-BR" sz="3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1025</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ítulo e conteúd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ph idx="104" type="body" hasCustomPrompt="1"/>
          </p:nvPr>
        </p:nvSpPr>
        <p:spPr>
          <a:xfrm>
            <a:off x="457200" y="1417320"/>
            <a:ext cx="7315200" cy="3017520"/>
          </a:xfrm>
          <a:prstGeom prst="rect">
            <a:avLst/>
          </a:prstGeom>
          <a:noFill/>
          <a:ln/>
        </p:spPr>
        <p:txBody>
          <a:bodyPr wrap="square" rtlCol="0"/>
          <a:lstStyle>
            <a:lvl1pPr marL="254000" indent="-254000">
              <a:spcAft>
                <a:spcPts val="1000"/>
              </a:spcAft>
              <a:buSzPct val="100000"/>
              <a:buChar char="•"/>
              <a:defRPr lang="pt-BR" altLang="en-US" sz="2000" dirty="0">
                <a:solidFill>
                  <a:schemeClr val="tx1"/>
                </a:solidFill>
              </a:defRPr>
            </a:lvl1pPr>
          </a:lstStyle>
          <a:p>
            <a:pPr marL="254000" indent="-254000">
              <a:spcAft>
                <a:spcPts val="1000"/>
              </a:spcAft>
              <a:buSzPct val="100000"/>
              <a:buChar char="•"/>
            </a:pPr>
            <a:r>
              <a:rPr lang="pt-BR" altLang="en-US" sz="2000" dirty="0">
                <a:solidFill>
                  <a:schemeClr val="tx1"/>
                </a:solidFill>
              </a:rPr>
              <a:t>Clique para adicionar texto</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1026</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omente títul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1027</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uas colunas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ph idx="104" type="body" hasCustomPrompt="1"/>
          </p:nvPr>
        </p:nvSpPr>
        <p:spPr>
          <a:xfrm>
            <a:off x="457200" y="1417320"/>
            <a:ext cx="3886200" cy="457200"/>
          </a:xfrm>
          <a:prstGeom prst="rect">
            <a:avLst/>
          </a:prstGeom>
          <a:noFill/>
          <a:ln/>
        </p:spPr>
        <p:txBody>
          <a:bodyPr wrap="square" rtlCol="0"/>
          <a:lstStyle>
            <a:lvl1pPr indent="0" marL="0">
              <a:buNone/>
              <a:defRPr lang="pt-BR" altLang="en-US" sz="22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2200" b="1" dirty="0">
                <a:solidFill>
                  <a:schemeClr val="tx1"/>
                </a:solidFill>
                <a:latin typeface="Cascadia Mono" pitchFamily="34" charset="0"/>
                <a:ea typeface="Cascadia Mono" pitchFamily="34" charset="-122"/>
                <a:cs typeface="Cascadia Mono" pitchFamily="34" charset="-120"/>
              </a:rPr>
              <a:t>Título da coluna</a:t>
            </a:r>
            <a:endParaRPr lang="pt-BR" sz="2200" dirty="0"/>
          </a:p>
        </p:txBody>
      </p:sp>
      <p:sp>
        <p:nvSpPr>
          <p:cNvPr id="7" name="Text 1"/>
          <p:cNvSpPr/>
          <p:nvPr>
            <p:ph idx="105" type="body" hasCustomPrompt="1"/>
          </p:nvPr>
        </p:nvSpPr>
        <p:spPr>
          <a:xfrm>
            <a:off x="457200" y="2011680"/>
            <a:ext cx="3886200" cy="2423160"/>
          </a:xfrm>
          <a:prstGeom prst="rect">
            <a:avLst/>
          </a:prstGeom>
          <a:noFill/>
          <a:ln/>
        </p:spPr>
        <p:txBody>
          <a:bodyPr wrap="square" rtlCol="0"/>
          <a:lstStyle>
            <a:lvl1pPr marL="254000" indent="-254000">
              <a:spcAft>
                <a:spcPts val="1000"/>
              </a:spcAft>
              <a:buSzPct val="100000"/>
              <a:buChar char="•"/>
              <a:defRPr lang="pt-BR" altLang="en-US" sz="2000" dirty="0">
                <a:solidFill>
                  <a:schemeClr val="tx1"/>
                </a:solidFill>
              </a:defRPr>
            </a:lvl1pPr>
          </a:lstStyle>
          <a:p>
            <a:pPr marL="254000" indent="-254000">
              <a:spcAft>
                <a:spcPts val="1000"/>
              </a:spcAft>
              <a:buSzPct val="100000"/>
              <a:buChar char="•"/>
            </a:pPr>
            <a:r>
              <a:rPr lang="pt-BR" altLang="en-US" sz="2000" dirty="0">
                <a:solidFill>
                  <a:schemeClr val="tx1"/>
                </a:solidFill>
              </a:rPr>
              <a:t>Clique para adicionar texto</a:t>
            </a:r>
            <a:endParaRPr lang="pt-BR" sz="2000" dirty="0"/>
          </a:p>
        </p:txBody>
      </p:sp>
      <p:sp>
        <p:nvSpPr>
          <p:cNvPr id="8" name="Text 1"/>
          <p:cNvSpPr/>
          <p:nvPr>
            <p:ph idx="106" type="body" hasCustomPrompt="1"/>
          </p:nvPr>
        </p:nvSpPr>
        <p:spPr>
          <a:xfrm>
            <a:off x="4800600" y="1417320"/>
            <a:ext cx="3886200" cy="457200"/>
          </a:xfrm>
          <a:prstGeom prst="rect">
            <a:avLst/>
          </a:prstGeom>
          <a:noFill/>
          <a:ln/>
        </p:spPr>
        <p:txBody>
          <a:bodyPr wrap="square" rtlCol="0"/>
          <a:lstStyle>
            <a:lvl1pPr indent="0" marL="0">
              <a:buNone/>
              <a:defRPr lang="pt-BR" altLang="en-US" sz="22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2200" b="1" dirty="0">
                <a:solidFill>
                  <a:schemeClr val="tx1"/>
                </a:solidFill>
                <a:latin typeface="Cascadia Mono" pitchFamily="34" charset="0"/>
                <a:ea typeface="Cascadia Mono" pitchFamily="34" charset="-122"/>
                <a:cs typeface="Cascadia Mono" pitchFamily="34" charset="-120"/>
              </a:rPr>
              <a:t>Título da coluna</a:t>
            </a:r>
            <a:endParaRPr lang="pt-BR" sz="2200" dirty="0"/>
          </a:p>
        </p:txBody>
      </p:sp>
      <p:sp>
        <p:nvSpPr>
          <p:cNvPr id="9" name="Text 1"/>
          <p:cNvSpPr/>
          <p:nvPr>
            <p:ph idx="107" type="body" hasCustomPrompt="1"/>
          </p:nvPr>
        </p:nvSpPr>
        <p:spPr>
          <a:xfrm>
            <a:off x="4800600" y="2011680"/>
            <a:ext cx="3886200" cy="2423160"/>
          </a:xfrm>
          <a:prstGeom prst="rect">
            <a:avLst/>
          </a:prstGeom>
          <a:noFill/>
          <a:ln/>
        </p:spPr>
        <p:txBody>
          <a:bodyPr wrap="square" rtlCol="0"/>
          <a:lstStyle>
            <a:lvl1pPr marL="254000" indent="-254000">
              <a:spcAft>
                <a:spcPts val="1000"/>
              </a:spcAft>
              <a:buSzPct val="100000"/>
              <a:buChar char="•"/>
              <a:defRPr lang="pt-BR" altLang="en-US" sz="2000" dirty="0">
                <a:solidFill>
                  <a:schemeClr val="tx1"/>
                </a:solidFill>
              </a:defRPr>
            </a:lvl1pPr>
          </a:lstStyle>
          <a:p>
            <a:pPr marL="254000" indent="-254000">
              <a:spcAft>
                <a:spcPts val="1000"/>
              </a:spcAft>
              <a:buSzPct val="100000"/>
              <a:buChar char="•"/>
            </a:pPr>
            <a:r>
              <a:rPr lang="pt-BR" altLang="en-US" sz="2000" dirty="0">
                <a:solidFill>
                  <a:schemeClr val="tx1"/>
                </a:solidFill>
              </a:rPr>
              <a:t>Clique para adicionar texto</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1028</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o e imagem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ph idx="104" type="body" hasCustomPrompt="1"/>
          </p:nvPr>
        </p:nvSpPr>
        <p:spPr>
          <a:xfrm>
            <a:off x="457200" y="1417320"/>
            <a:ext cx="4023360" cy="3017520"/>
          </a:xfrm>
          <a:prstGeom prst="rect">
            <a:avLst/>
          </a:prstGeom>
          <a:noFill/>
          <a:ln/>
        </p:spPr>
        <p:txBody>
          <a:bodyPr wrap="square" rtlCol="0"/>
          <a:lstStyle>
            <a:lvl1pPr marL="254000" indent="-254000">
              <a:spcAft>
                <a:spcPts val="1000"/>
              </a:spcAft>
              <a:buSzPct val="100000"/>
              <a:buChar char="•"/>
              <a:defRPr lang="pt-BR" altLang="en-US" sz="2000" dirty="0">
                <a:solidFill>
                  <a:schemeClr val="tx1"/>
                </a:solidFill>
              </a:defRPr>
            </a:lvl1pPr>
          </a:lstStyle>
          <a:p>
            <a:pPr marL="254000" indent="-254000">
              <a:spcAft>
                <a:spcPts val="1000"/>
              </a:spcAft>
              <a:buSzPct val="100000"/>
              <a:buChar char="•"/>
            </a:pPr>
            <a:r>
              <a:rPr lang="pt-BR" altLang="en-US" sz="2000" dirty="0">
                <a:solidFill>
                  <a:schemeClr val="tx1"/>
                </a:solidFill>
              </a:rPr>
              <a:t>Clique para adicionar texto</a:t>
            </a:r>
            <a:endParaRPr lang="pt-BR" sz="2000" dirty="0"/>
          </a:p>
        </p:txBody>
      </p:sp>
      <p:sp>
        <p:nvSpPr>
          <p:cNvPr id="7" name="Text 1"/>
          <p:cNvSpPr/>
          <p:nvPr>
            <p:ph idx="105" hasCustomPrompt="1"/>
          </p:nvPr>
        </p:nvSpPr>
        <p:spPr>
          <a:xfrm>
            <a:off x="4846320" y="1417320"/>
            <a:ext cx="3840480" cy="301752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Clique no ícone ou arraste uma imagem</a:t>
            </a: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1029</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Imagem e text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48056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4840012" y="4709160"/>
            <a:ext cx="914400" cy="144932"/>
          </a:xfrm>
          <a:prstGeom prst="rect">
            <a:avLst/>
          </a:prstGeom>
        </p:spPr>
      </p:pic>
      <p:sp>
        <p:nvSpPr>
          <p:cNvPr id="4" name="Shape 0"/>
          <p:cNvSpPr/>
          <p:nvPr/>
        </p:nvSpPr>
        <p:spPr>
          <a:xfrm>
            <a:off x="4023360" y="1261872"/>
            <a:ext cx="5120640" cy="0"/>
          </a:xfrm>
          <a:prstGeom prst="line">
            <a:avLst/>
          </a:prstGeom>
          <a:noFill/>
          <a:ln w="9525">
            <a:solidFill>
              <a:srgbClr val="0F0F0F"/>
            </a:solidFill>
            <a:prstDash val="solid"/>
          </a:ln>
        </p:spPr>
      </p:sp>
      <p:sp>
        <p:nvSpPr>
          <p:cNvPr id="5" name="Text 1"/>
          <p:cNvSpPr/>
          <p:nvPr>
            <p:ph idx="103" hasCustomPrompt="1"/>
          </p:nvPr>
        </p:nvSpPr>
        <p:spPr>
          <a:xfrm>
            <a:off x="0" y="0"/>
            <a:ext cx="4023360" cy="514350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Clique no ícone ou arraste uma imagem</a:t>
            </a:r>
            <a:endParaRPr lang="pt-BR" sz="1400" dirty="0"/>
          </a:p>
        </p:txBody>
      </p:sp>
      <p:sp>
        <p:nvSpPr>
          <p:cNvPr id="6" name="Text 1"/>
          <p:cNvSpPr/>
          <p:nvPr>
            <p:ph idx="104" type="title" hasCustomPrompt="1"/>
          </p:nvPr>
        </p:nvSpPr>
        <p:spPr>
          <a:xfrm>
            <a:off x="4480560" y="384048"/>
            <a:ext cx="420624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7" name="Text 1"/>
          <p:cNvSpPr/>
          <p:nvPr>
            <p:ph idx="105" type="body" hasCustomPrompt="1"/>
          </p:nvPr>
        </p:nvSpPr>
        <p:spPr>
          <a:xfrm>
            <a:off x="4480560" y="1417320"/>
            <a:ext cx="4206240" cy="3017520"/>
          </a:xfrm>
          <a:prstGeom prst="rect">
            <a:avLst/>
          </a:prstGeom>
          <a:noFill/>
          <a:ln/>
        </p:spPr>
        <p:txBody>
          <a:bodyPr wrap="square" rtlCol="0"/>
          <a:lstStyle>
            <a:lvl1pPr marL="254000" indent="-254000">
              <a:spcAft>
                <a:spcPts val="1000"/>
              </a:spcAft>
              <a:buSzPct val="100000"/>
              <a:buChar char="•"/>
              <a:defRPr lang="pt-BR" altLang="en-US" sz="2000" dirty="0">
                <a:solidFill>
                  <a:schemeClr val="tx1"/>
                </a:solidFill>
              </a:defRPr>
            </a:lvl1pPr>
          </a:lstStyle>
          <a:p>
            <a:pPr marL="254000" indent="-254000">
              <a:spcAft>
                <a:spcPts val="1000"/>
              </a:spcAft>
              <a:buSzPct val="100000"/>
              <a:buChar char="•"/>
            </a:pPr>
            <a:r>
              <a:rPr lang="pt-BR" altLang="en-US" sz="2000" dirty="0">
                <a:solidFill>
                  <a:schemeClr val="tx1"/>
                </a:solidFill>
              </a:rPr>
              <a:t>Clique para adicionar texto</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1030</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rês imagens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ph idx="104" hasCustomPrompt="1"/>
          </p:nvPr>
        </p:nvSpPr>
        <p:spPr>
          <a:xfrm>
            <a:off x="457200" y="1417320"/>
            <a:ext cx="2560320" cy="224028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Clique no ícone ou arraste uma imagem</a:t>
            </a:r>
            <a:endParaRPr lang="pt-BR" sz="1400" dirty="0"/>
          </a:p>
        </p:txBody>
      </p:sp>
      <p:sp>
        <p:nvSpPr>
          <p:cNvPr id="7" name="Text 1"/>
          <p:cNvSpPr/>
          <p:nvPr>
            <p:ph idx="105" type="body" hasCustomPrompt="1"/>
          </p:nvPr>
        </p:nvSpPr>
        <p:spPr>
          <a:xfrm>
            <a:off x="457200" y="3794760"/>
            <a:ext cx="2560320" cy="685800"/>
          </a:xfrm>
          <a:prstGeom prst="rect">
            <a:avLst/>
          </a:prstGeom>
          <a:noFill/>
          <a:ln/>
        </p:spPr>
        <p:txBody>
          <a:bodyPr wrap="square" rtlCol="0"/>
          <a:lstStyle>
            <a:lvl1pPr indent="0" marL="0">
              <a:buNone/>
              <a:defRPr lang="pt-BR" altLang="en-US" sz="1800" dirty="0">
                <a:solidFill>
                  <a:schemeClr val="tx1"/>
                </a:solidFill>
              </a:defRPr>
            </a:lvl1pPr>
          </a:lstStyle>
          <a:p>
            <a:pPr indent="0" marL="0">
              <a:buNone/>
            </a:pPr>
            <a:r>
              <a:rPr lang="pt-BR" altLang="en-US" sz="1800" dirty="0">
                <a:solidFill>
                  <a:schemeClr val="tx1"/>
                </a:solidFill>
              </a:rPr>
              <a:t>Legenda curta</a:t>
            </a:r>
            <a:endParaRPr lang="pt-BR" sz="1800" dirty="0"/>
          </a:p>
        </p:txBody>
      </p:sp>
      <p:sp>
        <p:nvSpPr>
          <p:cNvPr id="8" name="Text 1"/>
          <p:cNvSpPr/>
          <p:nvPr>
            <p:ph idx="106" hasCustomPrompt="1"/>
          </p:nvPr>
        </p:nvSpPr>
        <p:spPr>
          <a:xfrm>
            <a:off x="3291840" y="1417320"/>
            <a:ext cx="2560320" cy="224028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Clique no ícone ou arraste uma imagem</a:t>
            </a:r>
            <a:endParaRPr lang="pt-BR" sz="1400" dirty="0"/>
          </a:p>
        </p:txBody>
      </p:sp>
      <p:sp>
        <p:nvSpPr>
          <p:cNvPr id="9" name="Text 1"/>
          <p:cNvSpPr/>
          <p:nvPr>
            <p:ph idx="107" type="body" hasCustomPrompt="1"/>
          </p:nvPr>
        </p:nvSpPr>
        <p:spPr>
          <a:xfrm>
            <a:off x="3291840" y="3794760"/>
            <a:ext cx="2560320" cy="685800"/>
          </a:xfrm>
          <a:prstGeom prst="rect">
            <a:avLst/>
          </a:prstGeom>
          <a:noFill/>
          <a:ln/>
        </p:spPr>
        <p:txBody>
          <a:bodyPr wrap="square" rtlCol="0"/>
          <a:lstStyle>
            <a:lvl1pPr indent="0" marL="0">
              <a:buNone/>
              <a:defRPr lang="pt-BR" altLang="en-US" sz="1800" dirty="0">
                <a:solidFill>
                  <a:schemeClr val="tx1"/>
                </a:solidFill>
              </a:defRPr>
            </a:lvl1pPr>
          </a:lstStyle>
          <a:p>
            <a:pPr indent="0" marL="0">
              <a:buNone/>
            </a:pPr>
            <a:r>
              <a:rPr lang="pt-BR" altLang="en-US" sz="1800" dirty="0">
                <a:solidFill>
                  <a:schemeClr val="tx1"/>
                </a:solidFill>
              </a:rPr>
              <a:t>Legenda curta</a:t>
            </a:r>
            <a:endParaRPr lang="pt-BR" sz="1800" dirty="0"/>
          </a:p>
        </p:txBody>
      </p:sp>
      <p:sp>
        <p:nvSpPr>
          <p:cNvPr id="10" name="Text 1"/>
          <p:cNvSpPr/>
          <p:nvPr>
            <p:ph idx="108" hasCustomPrompt="1"/>
          </p:nvPr>
        </p:nvSpPr>
        <p:spPr>
          <a:xfrm>
            <a:off x="6126480" y="1417320"/>
            <a:ext cx="2560320" cy="224028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Clique no ícone ou arraste uma imagem</a:t>
            </a:r>
            <a:endParaRPr lang="pt-BR" sz="1400" dirty="0"/>
          </a:p>
        </p:txBody>
      </p:sp>
      <p:sp>
        <p:nvSpPr>
          <p:cNvPr id="11" name="Text 1"/>
          <p:cNvSpPr/>
          <p:nvPr>
            <p:ph idx="109" type="body" hasCustomPrompt="1"/>
          </p:nvPr>
        </p:nvSpPr>
        <p:spPr>
          <a:xfrm>
            <a:off x="6126480" y="3794760"/>
            <a:ext cx="2560320" cy="685800"/>
          </a:xfrm>
          <a:prstGeom prst="rect">
            <a:avLst/>
          </a:prstGeom>
          <a:noFill/>
          <a:ln/>
        </p:spPr>
        <p:txBody>
          <a:bodyPr wrap="square" rtlCol="0"/>
          <a:lstStyle>
            <a:lvl1pPr indent="0" marL="0">
              <a:buNone/>
              <a:defRPr lang="pt-BR" altLang="en-US" sz="1800" dirty="0">
                <a:solidFill>
                  <a:schemeClr val="tx1"/>
                </a:solidFill>
              </a:defRPr>
            </a:lvl1pPr>
          </a:lstStyle>
          <a:p>
            <a:pPr indent="0" marL="0">
              <a:buNone/>
            </a:pPr>
            <a:r>
              <a:rPr lang="pt-BR" altLang="en-US" sz="1800" dirty="0">
                <a:solidFill>
                  <a:schemeClr val="tx1"/>
                </a:solidFill>
              </a:rPr>
              <a:t>Legenda curta</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1031</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ódig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nvSpPr>
        <p:spPr>
          <a:xfrm>
            <a:off x="457200" y="1417320"/>
            <a:ext cx="8229600" cy="2606040"/>
          </a:xfrm>
          <a:prstGeom prst="roundRect">
            <a:avLst>
              <a:gd name="adj" fmla="val 3509"/>
            </a:avLst>
          </a:prstGeom>
          <a:solidFill>
            <a:srgbClr val="1A1A1A"/>
          </a:solidFill>
          <a:ln w="12700">
            <a:solidFill>
              <a:srgbClr val="1A1A1A"/>
            </a:solidFill>
          </a:ln>
        </p:spPr>
        <p:txBody>
          <a:bodyPr wrap="square" rtlCol="0" anchor="ctr"/>
          <a:lstStyle/>
          <a:p>
            <a:pPr indent="0" marL="0">
              <a:buNone/>
            </a:pPr>
            <a:r>
              <a:rPr lang="en-US" dirty="0">
                <a:solidFill>
                  <a:srgbClr val="000000"/>
                </a:solidFill>
              </a:rPr>
              <a:t> </a:t>
            </a:r>
            <a:endParaRPr lang="en-US" dirty="0"/>
          </a:p>
        </p:txBody>
      </p:sp>
      <p:sp>
        <p:nvSpPr>
          <p:cNvPr id="7" name="Text 2"/>
          <p:cNvSpPr/>
          <p:nvPr>
            <p:ph idx="105" type="body" hasCustomPrompt="1"/>
          </p:nvPr>
        </p:nvSpPr>
        <p:spPr>
          <a:xfrm>
            <a:off x="685800" y="1554480"/>
            <a:ext cx="7772400" cy="2377440"/>
          </a:xfrm>
          <a:prstGeom prst="rect">
            <a:avLst/>
          </a:prstGeom>
          <a:noFill/>
          <a:ln/>
        </p:spPr>
        <p:txBody>
          <a:bodyPr wrap="square" rtlCol="0"/>
          <a:lstStyle>
            <a:lvl1pPr indent="0" marL="0">
              <a:lnSpc>
                <a:spcPts val="1700"/>
              </a:lnSpc>
              <a:buNone/>
              <a:defRPr lang="pt-BR" altLang="en-US" sz="1500" dirty="0">
                <a:solidFill>
                  <a:srgbClr val="F8F8F2"/>
                </a:solidFill>
                <a:latin typeface="Cascadia Mono" pitchFamily="34" charset="0"/>
                <a:ea typeface="Cascadia Mono" pitchFamily="34" charset="-122"/>
                <a:cs typeface="Cascadia Mono" pitchFamily="34" charset="-120"/>
              </a:defRPr>
            </a:lvl1pPr>
          </a:lstStyle>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Até 8 linhas e 60 colunas por slide</a:t>
            </a:r>
            <a:endParaRPr lang="pt-BR" sz="1500" dirty="0"/>
          </a:p>
        </p:txBody>
      </p:sp>
      <p:sp>
        <p:nvSpPr>
          <p:cNvPr id="8" name="Text 2"/>
          <p:cNvSpPr/>
          <p:nvPr>
            <p:ph idx="106" type="body" hasCustomPrompt="1"/>
          </p:nvPr>
        </p:nvSpPr>
        <p:spPr>
          <a:xfrm>
            <a:off x="457200" y="4114800"/>
            <a:ext cx="8229600" cy="365760"/>
          </a:xfrm>
          <a:prstGeom prst="rect">
            <a:avLst/>
          </a:prstGeom>
          <a:noFill/>
          <a:ln/>
        </p:spPr>
        <p:txBody>
          <a:bodyPr wrap="square" rtlCol="0"/>
          <a:lstStyle>
            <a:lvl1pPr indent="0" marL="0">
              <a:spcAft>
                <a:spcPts val="1000"/>
              </a:spcAft>
              <a:buNone/>
              <a:defRPr lang="pt-BR" altLang="en-US" sz="1600" dirty="0">
                <a:solidFill>
                  <a:schemeClr val="tx1"/>
                </a:solidFill>
              </a:defRPr>
            </a:lvl1pPr>
          </a:lstStyle>
          <a:p>
            <a:pPr indent="0" marL="0">
              <a:spcAft>
                <a:spcPts val="1000"/>
              </a:spcAft>
              <a:buNone/>
            </a:pPr>
            <a:r>
              <a:rPr lang="pt-BR" altLang="en-US" sz="1600" dirty="0">
                <a:solidFill>
                  <a:schemeClr val="tx1"/>
                </a:solidFill>
              </a:rPr>
              <a:t>O que este trecho mostra</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1032</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ódigo lado a lad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ph idx="104" type="body" hasCustomPrompt="1"/>
          </p:nvPr>
        </p:nvSpPr>
        <p:spPr>
          <a:xfrm>
            <a:off x="457200" y="1371600"/>
            <a:ext cx="3931920" cy="411480"/>
          </a:xfrm>
          <a:prstGeom prst="rect">
            <a:avLst/>
          </a:prstGeom>
          <a:noFill/>
          <a:ln/>
        </p:spPr>
        <p:txBody>
          <a:bodyPr wrap="square" rtlCol="0"/>
          <a:lstStyle>
            <a:lvl1pPr indent="0" marL="0">
              <a:buNone/>
              <a:defRPr lang="pt-BR" altLang="en-US" sz="20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2000" b="1" dirty="0">
                <a:solidFill>
                  <a:schemeClr val="tx1"/>
                </a:solidFill>
                <a:latin typeface="Cascadia Mono" pitchFamily="34" charset="0"/>
                <a:ea typeface="Cascadia Mono" pitchFamily="34" charset="-122"/>
                <a:cs typeface="Cascadia Mono" pitchFamily="34" charset="-120"/>
              </a:rPr>
              <a:t>Antes</a:t>
            </a:r>
            <a:endParaRPr lang="pt-BR" sz="2000" dirty="0"/>
          </a:p>
        </p:txBody>
      </p:sp>
      <p:sp>
        <p:nvSpPr>
          <p:cNvPr id="7" name="Text 1"/>
          <p:cNvSpPr/>
          <p:nvPr/>
        </p:nvSpPr>
        <p:spPr>
          <a:xfrm>
            <a:off x="457200" y="1874520"/>
            <a:ext cx="3931920" cy="2606040"/>
          </a:xfrm>
          <a:prstGeom prst="roundRect">
            <a:avLst>
              <a:gd name="adj" fmla="val 3509"/>
            </a:avLst>
          </a:prstGeom>
          <a:solidFill>
            <a:srgbClr val="1A1A1A"/>
          </a:solidFill>
          <a:ln w="12700">
            <a:solidFill>
              <a:srgbClr val="1A1A1A"/>
            </a:solidFill>
          </a:ln>
        </p:spPr>
        <p:txBody>
          <a:bodyPr wrap="square" rtlCol="0" anchor="ctr"/>
          <a:lstStyle/>
          <a:p>
            <a:pPr indent="0" marL="0">
              <a:buNone/>
            </a:pPr>
            <a:r>
              <a:rPr lang="en-US" dirty="0">
                <a:solidFill>
                  <a:srgbClr val="000000"/>
                </a:solidFill>
              </a:rPr>
              <a:t> </a:t>
            </a:r>
            <a:endParaRPr lang="en-US" dirty="0"/>
          </a:p>
        </p:txBody>
      </p:sp>
      <p:sp>
        <p:nvSpPr>
          <p:cNvPr id="8" name="Text 2"/>
          <p:cNvSpPr/>
          <p:nvPr>
            <p:ph idx="106" type="body" hasCustomPrompt="1"/>
          </p:nvPr>
        </p:nvSpPr>
        <p:spPr>
          <a:xfrm>
            <a:off x="685800" y="2011680"/>
            <a:ext cx="3474720" cy="2377440"/>
          </a:xfrm>
          <a:prstGeom prst="rect">
            <a:avLst/>
          </a:prstGeom>
          <a:noFill/>
          <a:ln/>
        </p:spPr>
        <p:txBody>
          <a:bodyPr wrap="square" rtlCol="0"/>
          <a:lstStyle>
            <a:lvl1pPr indent="0" marL="0">
              <a:lnSpc>
                <a:spcPts val="1700"/>
              </a:lnSpc>
              <a:buNone/>
              <a:defRPr lang="pt-BR" altLang="en-US" sz="1500" dirty="0">
                <a:solidFill>
                  <a:srgbClr val="F8F8F2"/>
                </a:solidFill>
                <a:latin typeface="Cascadia Mono" pitchFamily="34" charset="0"/>
                <a:ea typeface="Cascadia Mono" pitchFamily="34" charset="-122"/>
                <a:cs typeface="Cascadia Mono" pitchFamily="34" charset="-120"/>
              </a:defRPr>
            </a:lvl1pPr>
          </a:lstStyle>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Até 8 linhas e 30 colunas</a:t>
            </a:r>
            <a:endParaRPr lang="pt-BR" sz="1500" dirty="0"/>
          </a:p>
        </p:txBody>
      </p:sp>
      <p:sp>
        <p:nvSpPr>
          <p:cNvPr id="9" name="Text 2"/>
          <p:cNvSpPr/>
          <p:nvPr>
            <p:ph idx="107" type="body" hasCustomPrompt="1"/>
          </p:nvPr>
        </p:nvSpPr>
        <p:spPr>
          <a:xfrm>
            <a:off x="4754880" y="1371600"/>
            <a:ext cx="3931920" cy="411480"/>
          </a:xfrm>
          <a:prstGeom prst="rect">
            <a:avLst/>
          </a:prstGeom>
          <a:noFill/>
          <a:ln/>
        </p:spPr>
        <p:txBody>
          <a:bodyPr wrap="square" rtlCol="0"/>
          <a:lstStyle>
            <a:lvl1pPr indent="0" marL="0">
              <a:buNone/>
              <a:defRPr lang="pt-BR" altLang="en-US" sz="20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2000" b="1" dirty="0">
                <a:solidFill>
                  <a:schemeClr val="tx1"/>
                </a:solidFill>
                <a:latin typeface="Cascadia Mono" pitchFamily="34" charset="0"/>
                <a:ea typeface="Cascadia Mono" pitchFamily="34" charset="-122"/>
                <a:cs typeface="Cascadia Mono" pitchFamily="34" charset="-120"/>
              </a:rPr>
              <a:t>Depois</a:t>
            </a:r>
            <a:endParaRPr lang="pt-BR" sz="2000" dirty="0"/>
          </a:p>
        </p:txBody>
      </p:sp>
      <p:sp>
        <p:nvSpPr>
          <p:cNvPr id="10" name="Text 2"/>
          <p:cNvSpPr/>
          <p:nvPr/>
        </p:nvSpPr>
        <p:spPr>
          <a:xfrm>
            <a:off x="4754880" y="1874520"/>
            <a:ext cx="3931920" cy="2606040"/>
          </a:xfrm>
          <a:prstGeom prst="roundRect">
            <a:avLst>
              <a:gd name="adj" fmla="val 3509"/>
            </a:avLst>
          </a:prstGeom>
          <a:solidFill>
            <a:srgbClr val="1A1A1A"/>
          </a:solidFill>
          <a:ln w="12700">
            <a:solidFill>
              <a:srgbClr val="1A1A1A"/>
            </a:solidFill>
          </a:ln>
        </p:spPr>
        <p:txBody>
          <a:bodyPr wrap="square" rtlCol="0" anchor="ctr"/>
          <a:lstStyle/>
          <a:p>
            <a:pPr indent="0" marL="0">
              <a:buNone/>
            </a:pPr>
            <a:r>
              <a:rPr lang="en-US" dirty="0">
                <a:solidFill>
                  <a:srgbClr val="000000"/>
                </a:solidFill>
              </a:rPr>
              <a:t> </a:t>
            </a:r>
            <a:endParaRPr lang="en-US" dirty="0"/>
          </a:p>
        </p:txBody>
      </p:sp>
      <p:sp>
        <p:nvSpPr>
          <p:cNvPr id="11" name="Text 3"/>
          <p:cNvSpPr/>
          <p:nvPr>
            <p:ph idx="109" type="body" hasCustomPrompt="1"/>
          </p:nvPr>
        </p:nvSpPr>
        <p:spPr>
          <a:xfrm>
            <a:off x="4983480" y="2011680"/>
            <a:ext cx="3474720" cy="2377440"/>
          </a:xfrm>
          <a:prstGeom prst="rect">
            <a:avLst/>
          </a:prstGeom>
          <a:noFill/>
          <a:ln/>
        </p:spPr>
        <p:txBody>
          <a:bodyPr wrap="square" rtlCol="0"/>
          <a:lstStyle>
            <a:lvl1pPr indent="0" marL="0">
              <a:lnSpc>
                <a:spcPts val="1700"/>
              </a:lnSpc>
              <a:buNone/>
              <a:defRPr lang="pt-BR" altLang="en-US" sz="1500" dirty="0">
                <a:solidFill>
                  <a:srgbClr val="F8F8F2"/>
                </a:solidFill>
                <a:latin typeface="Cascadia Mono" pitchFamily="34" charset="0"/>
                <a:ea typeface="Cascadia Mono" pitchFamily="34" charset="-122"/>
                <a:cs typeface="Cascadia Mono" pitchFamily="34" charset="-120"/>
              </a:defRPr>
            </a:lvl1pPr>
          </a:lstStyle>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Até 8 linhas e 30 colunas</a:t>
            </a:r>
            <a:endParaRPr lang="pt-BR" sz="15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1033</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itaçã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Text 0"/>
          <p:cNvSpPr/>
          <p:nvPr>
            <p:ph idx="102" type="body" hasCustomPrompt="1"/>
          </p:nvPr>
        </p:nvSpPr>
        <p:spPr>
          <a:xfrm>
            <a:off x="457200" y="548640"/>
            <a:ext cx="7772400" cy="2194560"/>
          </a:xfrm>
          <a:prstGeom prst="rect">
            <a:avLst/>
          </a:prstGeom>
          <a:noFill/>
          <a:ln/>
        </p:spPr>
        <p:txBody>
          <a:bodyPr wrap="square" rtlCol="0"/>
          <a:lstStyle>
            <a:lvl1pPr indent="0" marL="0">
              <a:buNone/>
              <a:defRPr lang="pt-BR" altLang="en-US" sz="3200" dirty="0">
                <a:solidFill>
                  <a:schemeClr val="tx1"/>
                </a:solidFill>
              </a:defRPr>
            </a:lvl1pPr>
          </a:lstStyle>
          <a:p>
            <a:pPr indent="0" marL="0">
              <a:buNone/>
            </a:pPr>
            <a:r>
              <a:rPr lang="pt-BR" altLang="en-US" sz="3200" dirty="0">
                <a:solidFill>
                  <a:schemeClr val="tx1"/>
                </a:solidFill>
              </a:rPr>
              <a:t>“A citação vai aqui, em até três linhas.”</a:t>
            </a:r>
            <a:endParaRPr lang="pt-BR" sz="3200" dirty="0"/>
          </a:p>
        </p:txBody>
      </p:sp>
      <p:sp>
        <p:nvSpPr>
          <p:cNvPr id="5" name="Text 0"/>
          <p:cNvSpPr/>
          <p:nvPr>
            <p:ph idx="103" type="body" hasCustomPrompt="1"/>
          </p:nvPr>
        </p:nvSpPr>
        <p:spPr>
          <a:xfrm>
            <a:off x="457200" y="2880360"/>
            <a:ext cx="7772400" cy="457200"/>
          </a:xfrm>
          <a:prstGeom prst="rect">
            <a:avLst/>
          </a:prstGeom>
          <a:noFill/>
          <a:ln/>
        </p:spPr>
        <p:txBody>
          <a:bodyPr wrap="square" rtlCol="0"/>
          <a:lstStyle>
            <a:lvl1pPr indent="0" marL="0">
              <a:buNone/>
              <a:defRPr lang="pt-BR" altLang="en-US" sz="1800" dirty="0">
                <a:solidFill>
                  <a:schemeClr val="accent6"/>
                </a:solidFill>
                <a:latin typeface="Cascadia Mono" pitchFamily="34" charset="0"/>
                <a:ea typeface="Cascadia Mono" pitchFamily="34" charset="-122"/>
                <a:cs typeface="Cascadia Mono" pitchFamily="34" charset="-120"/>
              </a:defRPr>
            </a:lvl1pPr>
          </a:lstStyle>
          <a:p>
            <a:pPr indent="0" marL="0">
              <a:buNone/>
            </a:pPr>
            <a:r>
              <a:rPr lang="pt-BR" altLang="en-US" sz="1800" dirty="0">
                <a:solidFill>
                  <a:schemeClr val="accent6"/>
                </a:solidFill>
                <a:latin typeface="Cascadia Mono" pitchFamily="34" charset="0"/>
                <a:ea typeface="Cascadia Mono" pitchFamily="34" charset="-122"/>
                <a:cs typeface="Cascadia Mono" pitchFamily="34" charset="-120"/>
              </a:rPr>
              <a:t>Nome, cargo ou fonte</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1034</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rase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pic>
        <p:nvPicPr>
          <p:cNvPr id="4" name="Image 2" descr="/home/rodbv/code/pybr2026-slides/build/witch-dark-700.png">    </p:cNvPr>
          <p:cNvPicPr>
            <a:picLocks noChangeAspect="1"/>
          </p:cNvPicPr>
          <p:nvPr/>
        </p:nvPicPr>
        <p:blipFill>
          <a:blip r:embed="rId3">
            <a:alphaModFix amt="12000"/>
          </a:blip>
          <a:stretch>
            <a:fillRect/>
          </a:stretch>
        </p:blipFill>
        <p:spPr>
          <a:xfrm>
            <a:off x="6250733" y="2354580"/>
            <a:ext cx="3350467" cy="3017520"/>
          </a:xfrm>
          <a:prstGeom prst="rect">
            <a:avLst/>
          </a:prstGeom>
        </p:spPr>
      </p:pic>
      <p:sp>
        <p:nvSpPr>
          <p:cNvPr id="5" name="Text 0"/>
          <p:cNvSpPr/>
          <p:nvPr>
            <p:ph idx="103" type="title" hasCustomPrompt="1"/>
          </p:nvPr>
        </p:nvSpPr>
        <p:spPr>
          <a:xfrm>
            <a:off x="457200" y="822960"/>
            <a:ext cx="7315200" cy="3108960"/>
          </a:xfrm>
          <a:prstGeom prst="rect">
            <a:avLst/>
          </a:prstGeom>
          <a:noFill/>
          <a:ln/>
        </p:spPr>
        <p:txBody>
          <a:bodyPr wrap="square" rtlCol="0"/>
          <a:lstStyle>
            <a:lvl1pPr algn="l" indent="0" marL="0">
              <a:buNone/>
              <a:defRPr lang="pt-BR" altLang="en-US" sz="4800" b="1" dirty="0">
                <a:solidFill>
                  <a:schemeClr val="tx1"/>
                </a:solidFill>
              </a:defRPr>
            </a:lvl1pPr>
          </a:lstStyle>
          <a:p>
            <a:pPr algn="l" indent="0" marL="0">
              <a:buNone/>
            </a:pPr>
            <a:r>
              <a:rPr lang="pt-BR" altLang="en-US" sz="4800" b="1" dirty="0">
                <a:solidFill>
                  <a:schemeClr val="tx1"/>
                </a:solidFill>
              </a:rPr>
              <a:t>Uma frase só</a:t>
            </a:r>
            <a:endParaRPr lang="pt-BR" sz="4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1035</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Referências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Referências</a:t>
            </a:r>
            <a:endParaRPr lang="pt-BR" sz="2800" dirty="0"/>
          </a:p>
        </p:txBody>
      </p:sp>
      <p:sp>
        <p:nvSpPr>
          <p:cNvPr id="6" name="Text 1"/>
          <p:cNvSpPr/>
          <p:nvPr>
            <p:ph idx="104" type="body" hasCustomPrompt="1"/>
          </p:nvPr>
        </p:nvSpPr>
        <p:spPr>
          <a:xfrm>
            <a:off x="457200" y="1417320"/>
            <a:ext cx="8229600" cy="3017520"/>
          </a:xfrm>
          <a:prstGeom prst="rect">
            <a:avLst/>
          </a:prstGeom>
          <a:noFill/>
          <a:ln/>
        </p:spPr>
        <p:txBody>
          <a:bodyPr wrap="square" rtlCol="0"/>
          <a:lstStyle>
            <a:lvl1pPr indent="0" marL="0">
              <a:spcAft>
                <a:spcPts val="1200"/>
              </a:spcAft>
              <a:buNone/>
              <a:defRPr lang="pt-BR" altLang="en-US" sz="1800" dirty="0">
                <a:solidFill>
                  <a:schemeClr val="tx1"/>
                </a:solidFill>
              </a:defRPr>
            </a:lvl1pPr>
          </a:lstStyle>
          <a:p>
            <a:pPr indent="0" marL="0">
              <a:spcAft>
                <a:spcPts val="1200"/>
              </a:spcAft>
              <a:buNone/>
            </a:pPr>
            <a:r>
              <a:rPr lang="pt-BR" altLang="en-US" sz="1800" dirty="0">
                <a:solidFill>
                  <a:schemeClr val="tx1"/>
                </a:solidFill>
              </a:rPr>
              <a:t>Título do material  endereço.com.br/link</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1036</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rês cartões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nvSpPr>
        <p:spPr>
          <a:xfrm>
            <a:off x="457200" y="1417320"/>
            <a:ext cx="2529840" cy="3017520"/>
          </a:xfrm>
          <a:prstGeom prst="roundRect">
            <a:avLst>
              <a:gd name="adj" fmla="val 4337"/>
            </a:avLst>
          </a:prstGeom>
          <a:solidFill>
            <a:srgbClr val="E8F4BA"/>
          </a:solidFill>
          <a:ln w="12700">
            <a:solidFill>
              <a:srgbClr val="C9D9A0"/>
            </a:solidFill>
          </a:ln>
        </p:spPr>
        <p:txBody>
          <a:bodyPr wrap="square" rtlCol="0" anchor="ctr"/>
          <a:lstStyle/>
          <a:p>
            <a:pPr indent="0" marL="0">
              <a:buNone/>
            </a:pPr>
            <a:r>
              <a:rPr lang="en-US" dirty="0">
                <a:solidFill>
                  <a:srgbClr val="000000"/>
                </a:solidFill>
              </a:rPr>
              <a:t> </a:t>
            </a:r>
            <a:endParaRPr lang="en-US" dirty="0"/>
          </a:p>
        </p:txBody>
      </p:sp>
      <p:sp>
        <p:nvSpPr>
          <p:cNvPr id="7" name="Text 2"/>
          <p:cNvSpPr/>
          <p:nvPr/>
        </p:nvSpPr>
        <p:spPr>
          <a:xfrm>
            <a:off x="731520" y="1691640"/>
            <a:ext cx="640080" cy="640080"/>
          </a:xfrm>
          <a:prstGeom prst="ellipse">
            <a:avLst/>
          </a:prstGeom>
          <a:solidFill>
            <a:srgbClr val="B7FF06"/>
          </a:solidFill>
          <a:ln>
            <a:solidFill>
              <a:srgbClr val="B7FF06"/>
            </a:solidFill>
          </a:ln>
        </p:spPr>
        <p:txBody>
          <a:bodyPr wrap="square" lIns="0" tIns="0" rIns="0" bIns="0" rtlCol="0" anchor="ctr"/>
          <a:lstStyle/>
          <a:p>
            <a:pPr algn="ctr" indent="0" marL="0">
              <a:buNone/>
            </a:pPr>
            <a:r>
              <a:rPr lang="en-US" sz="1800" b="1" dirty="0">
                <a:solidFill>
                  <a:srgbClr val="0F0F0F"/>
                </a:solidFill>
                <a:latin typeface="Cascadia Mono" pitchFamily="34" charset="0"/>
                <a:ea typeface="Cascadia Mono" pitchFamily="34" charset="-122"/>
                <a:cs typeface="Cascadia Mono" pitchFamily="34" charset="-120"/>
              </a:rPr>
              <a:t>01</a:t>
            </a:r>
            <a:endParaRPr lang="en-US" sz="1800" dirty="0"/>
          </a:p>
        </p:txBody>
      </p:sp>
      <p:sp>
        <p:nvSpPr>
          <p:cNvPr id="8" name="Text 3"/>
          <p:cNvSpPr/>
          <p:nvPr>
            <p:ph idx="106" type="body" hasCustomPrompt="1"/>
          </p:nvPr>
        </p:nvSpPr>
        <p:spPr>
          <a:xfrm>
            <a:off x="731520" y="2468880"/>
            <a:ext cx="1981200" cy="594360"/>
          </a:xfrm>
          <a:prstGeom prst="rect">
            <a:avLst/>
          </a:prstGeom>
          <a:noFill/>
          <a:ln/>
        </p:spPr>
        <p:txBody>
          <a:bodyPr wrap="square" rtlCol="0"/>
          <a:lstStyle>
            <a:lvl1pPr indent="0" marL="0">
              <a:buNone/>
              <a:defRPr lang="pt-BR" altLang="en-US" sz="18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1800" b="1" dirty="0">
                <a:solidFill>
                  <a:schemeClr val="tx1"/>
                </a:solidFill>
                <a:latin typeface="Cascadia Mono" pitchFamily="34" charset="0"/>
                <a:ea typeface="Cascadia Mono" pitchFamily="34" charset="-122"/>
                <a:cs typeface="Cascadia Mono" pitchFamily="34" charset="-120"/>
              </a:rPr>
              <a:t>Título</a:t>
            </a:r>
            <a:endParaRPr lang="pt-BR" sz="1800" dirty="0"/>
          </a:p>
        </p:txBody>
      </p:sp>
      <p:sp>
        <p:nvSpPr>
          <p:cNvPr id="9" name="Text 3"/>
          <p:cNvSpPr/>
          <p:nvPr>
            <p:ph idx="107" type="body" hasCustomPrompt="1"/>
          </p:nvPr>
        </p:nvSpPr>
        <p:spPr>
          <a:xfrm>
            <a:off x="731520" y="3108960"/>
            <a:ext cx="1981200" cy="1188720"/>
          </a:xfrm>
          <a:prstGeom prst="rect">
            <a:avLst/>
          </a:prstGeom>
          <a:noFill/>
          <a:ln/>
        </p:spPr>
        <p:txBody>
          <a:bodyPr wrap="square" rtlCol="0"/>
          <a:lstStyle>
            <a:lvl1pPr indent="0" marL="0">
              <a:spcAft>
                <a:spcPts val="600"/>
              </a:spcAft>
              <a:buNone/>
              <a:defRPr lang="pt-BR" altLang="en-US" sz="1800" dirty="0">
                <a:solidFill>
                  <a:schemeClr val="tx1"/>
                </a:solidFill>
              </a:defRPr>
            </a:lvl1pPr>
          </a:lstStyle>
          <a:p>
            <a:pPr indent="0" marL="0">
              <a:spcAft>
                <a:spcPts val="600"/>
              </a:spcAft>
              <a:buNone/>
            </a:pPr>
            <a:r>
              <a:rPr lang="pt-BR" altLang="en-US" sz="1800" dirty="0">
                <a:solidFill>
                  <a:schemeClr val="tx1"/>
                </a:solidFill>
              </a:rPr>
              <a:t>Descrição curta</a:t>
            </a:r>
            <a:endParaRPr lang="pt-BR" sz="1800" dirty="0"/>
          </a:p>
        </p:txBody>
      </p:sp>
      <p:sp>
        <p:nvSpPr>
          <p:cNvPr id="10" name="Text 3"/>
          <p:cNvSpPr/>
          <p:nvPr/>
        </p:nvSpPr>
        <p:spPr>
          <a:xfrm>
            <a:off x="3307080" y="1417320"/>
            <a:ext cx="2529840" cy="3017520"/>
          </a:xfrm>
          <a:prstGeom prst="roundRect">
            <a:avLst>
              <a:gd name="adj" fmla="val 4337"/>
            </a:avLst>
          </a:prstGeom>
          <a:solidFill>
            <a:srgbClr val="E8F4BA"/>
          </a:solidFill>
          <a:ln w="12700">
            <a:solidFill>
              <a:srgbClr val="C9D9A0"/>
            </a:solidFill>
          </a:ln>
        </p:spPr>
        <p:txBody>
          <a:bodyPr wrap="square" rtlCol="0" anchor="ctr"/>
          <a:lstStyle/>
          <a:p>
            <a:pPr indent="0" marL="0">
              <a:buNone/>
            </a:pPr>
            <a:r>
              <a:rPr lang="en-US" dirty="0">
                <a:solidFill>
                  <a:srgbClr val="000000"/>
                </a:solidFill>
              </a:rPr>
              <a:t> </a:t>
            </a:r>
            <a:endParaRPr lang="en-US" dirty="0"/>
          </a:p>
        </p:txBody>
      </p:sp>
      <p:sp>
        <p:nvSpPr>
          <p:cNvPr id="11" name="Text 4"/>
          <p:cNvSpPr/>
          <p:nvPr/>
        </p:nvSpPr>
        <p:spPr>
          <a:xfrm>
            <a:off x="3581400" y="1691640"/>
            <a:ext cx="640080" cy="640080"/>
          </a:xfrm>
          <a:prstGeom prst="ellipse">
            <a:avLst/>
          </a:prstGeom>
          <a:solidFill>
            <a:srgbClr val="B7FF06"/>
          </a:solidFill>
          <a:ln>
            <a:solidFill>
              <a:srgbClr val="B7FF06"/>
            </a:solidFill>
          </a:ln>
        </p:spPr>
        <p:txBody>
          <a:bodyPr wrap="square" lIns="0" tIns="0" rIns="0" bIns="0" rtlCol="0" anchor="ctr"/>
          <a:lstStyle/>
          <a:p>
            <a:pPr algn="ctr" indent="0" marL="0">
              <a:buNone/>
            </a:pPr>
            <a:r>
              <a:rPr lang="en-US" sz="1800" b="1" dirty="0">
                <a:solidFill>
                  <a:srgbClr val="0F0F0F"/>
                </a:solidFill>
                <a:latin typeface="Cascadia Mono" pitchFamily="34" charset="0"/>
                <a:ea typeface="Cascadia Mono" pitchFamily="34" charset="-122"/>
                <a:cs typeface="Cascadia Mono" pitchFamily="34" charset="-120"/>
              </a:rPr>
              <a:t>02</a:t>
            </a:r>
            <a:endParaRPr lang="en-US" sz="1800" dirty="0"/>
          </a:p>
        </p:txBody>
      </p:sp>
      <p:sp>
        <p:nvSpPr>
          <p:cNvPr id="12" name="Text 5"/>
          <p:cNvSpPr/>
          <p:nvPr>
            <p:ph idx="110" type="body" hasCustomPrompt="1"/>
          </p:nvPr>
        </p:nvSpPr>
        <p:spPr>
          <a:xfrm>
            <a:off x="3581400" y="2468880"/>
            <a:ext cx="1981200" cy="594360"/>
          </a:xfrm>
          <a:prstGeom prst="rect">
            <a:avLst/>
          </a:prstGeom>
          <a:noFill/>
          <a:ln/>
        </p:spPr>
        <p:txBody>
          <a:bodyPr wrap="square" rtlCol="0"/>
          <a:lstStyle>
            <a:lvl1pPr indent="0" marL="0">
              <a:buNone/>
              <a:defRPr lang="pt-BR" altLang="en-US" sz="18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1800" b="1" dirty="0">
                <a:solidFill>
                  <a:schemeClr val="tx1"/>
                </a:solidFill>
                <a:latin typeface="Cascadia Mono" pitchFamily="34" charset="0"/>
                <a:ea typeface="Cascadia Mono" pitchFamily="34" charset="-122"/>
                <a:cs typeface="Cascadia Mono" pitchFamily="34" charset="-120"/>
              </a:rPr>
              <a:t>Título</a:t>
            </a:r>
            <a:endParaRPr lang="pt-BR" sz="1800" dirty="0"/>
          </a:p>
        </p:txBody>
      </p:sp>
      <p:sp>
        <p:nvSpPr>
          <p:cNvPr id="13" name="Text 5"/>
          <p:cNvSpPr/>
          <p:nvPr>
            <p:ph idx="111" type="body" hasCustomPrompt="1"/>
          </p:nvPr>
        </p:nvSpPr>
        <p:spPr>
          <a:xfrm>
            <a:off x="3581400" y="3108960"/>
            <a:ext cx="1981200" cy="1188720"/>
          </a:xfrm>
          <a:prstGeom prst="rect">
            <a:avLst/>
          </a:prstGeom>
          <a:noFill/>
          <a:ln/>
        </p:spPr>
        <p:txBody>
          <a:bodyPr wrap="square" rtlCol="0"/>
          <a:lstStyle>
            <a:lvl1pPr indent="0" marL="0">
              <a:spcAft>
                <a:spcPts val="600"/>
              </a:spcAft>
              <a:buNone/>
              <a:defRPr lang="pt-BR" altLang="en-US" sz="1800" dirty="0">
                <a:solidFill>
                  <a:schemeClr val="tx1"/>
                </a:solidFill>
              </a:defRPr>
            </a:lvl1pPr>
          </a:lstStyle>
          <a:p>
            <a:pPr indent="0" marL="0">
              <a:spcAft>
                <a:spcPts val="600"/>
              </a:spcAft>
              <a:buNone/>
            </a:pPr>
            <a:r>
              <a:rPr lang="pt-BR" altLang="en-US" sz="1800" dirty="0">
                <a:solidFill>
                  <a:schemeClr val="tx1"/>
                </a:solidFill>
              </a:rPr>
              <a:t>Descrição curta</a:t>
            </a:r>
            <a:endParaRPr lang="pt-BR" sz="1800" dirty="0"/>
          </a:p>
        </p:txBody>
      </p:sp>
      <p:sp>
        <p:nvSpPr>
          <p:cNvPr id="14" name="Text 5"/>
          <p:cNvSpPr/>
          <p:nvPr/>
        </p:nvSpPr>
        <p:spPr>
          <a:xfrm>
            <a:off x="6156960" y="1417320"/>
            <a:ext cx="2529840" cy="3017520"/>
          </a:xfrm>
          <a:prstGeom prst="roundRect">
            <a:avLst>
              <a:gd name="adj" fmla="val 4337"/>
            </a:avLst>
          </a:prstGeom>
          <a:solidFill>
            <a:srgbClr val="E8F4BA"/>
          </a:solidFill>
          <a:ln w="12700">
            <a:solidFill>
              <a:srgbClr val="C9D9A0"/>
            </a:solidFill>
          </a:ln>
        </p:spPr>
        <p:txBody>
          <a:bodyPr wrap="square" rtlCol="0" anchor="ctr"/>
          <a:lstStyle/>
          <a:p>
            <a:pPr indent="0" marL="0">
              <a:buNone/>
            </a:pPr>
            <a:r>
              <a:rPr lang="en-US" dirty="0">
                <a:solidFill>
                  <a:srgbClr val="000000"/>
                </a:solidFill>
              </a:rPr>
              <a:t> </a:t>
            </a:r>
            <a:endParaRPr lang="en-US" dirty="0"/>
          </a:p>
        </p:txBody>
      </p:sp>
      <p:sp>
        <p:nvSpPr>
          <p:cNvPr id="15" name="Text 6"/>
          <p:cNvSpPr/>
          <p:nvPr/>
        </p:nvSpPr>
        <p:spPr>
          <a:xfrm>
            <a:off x="6431280" y="1691640"/>
            <a:ext cx="640080" cy="640080"/>
          </a:xfrm>
          <a:prstGeom prst="ellipse">
            <a:avLst/>
          </a:prstGeom>
          <a:solidFill>
            <a:srgbClr val="B7FF06"/>
          </a:solidFill>
          <a:ln>
            <a:solidFill>
              <a:srgbClr val="B7FF06"/>
            </a:solidFill>
          </a:ln>
        </p:spPr>
        <p:txBody>
          <a:bodyPr wrap="square" lIns="0" tIns="0" rIns="0" bIns="0" rtlCol="0" anchor="ctr"/>
          <a:lstStyle/>
          <a:p>
            <a:pPr algn="ctr" indent="0" marL="0">
              <a:buNone/>
            </a:pPr>
            <a:r>
              <a:rPr lang="en-US" sz="1800" b="1" dirty="0">
                <a:solidFill>
                  <a:srgbClr val="0F0F0F"/>
                </a:solidFill>
                <a:latin typeface="Cascadia Mono" pitchFamily="34" charset="0"/>
                <a:ea typeface="Cascadia Mono" pitchFamily="34" charset="-122"/>
                <a:cs typeface="Cascadia Mono" pitchFamily="34" charset="-120"/>
              </a:rPr>
              <a:t>03</a:t>
            </a:r>
            <a:endParaRPr lang="en-US" sz="1800" dirty="0"/>
          </a:p>
        </p:txBody>
      </p:sp>
      <p:sp>
        <p:nvSpPr>
          <p:cNvPr id="16" name="Text 7"/>
          <p:cNvSpPr/>
          <p:nvPr>
            <p:ph idx="114" type="body" hasCustomPrompt="1"/>
          </p:nvPr>
        </p:nvSpPr>
        <p:spPr>
          <a:xfrm>
            <a:off x="6431280" y="2468880"/>
            <a:ext cx="1981200" cy="594360"/>
          </a:xfrm>
          <a:prstGeom prst="rect">
            <a:avLst/>
          </a:prstGeom>
          <a:noFill/>
          <a:ln/>
        </p:spPr>
        <p:txBody>
          <a:bodyPr wrap="square" rtlCol="0"/>
          <a:lstStyle>
            <a:lvl1pPr indent="0" marL="0">
              <a:buNone/>
              <a:defRPr lang="pt-BR" altLang="en-US" sz="1800" b="1"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1800" b="1" dirty="0">
                <a:solidFill>
                  <a:schemeClr val="tx1"/>
                </a:solidFill>
                <a:latin typeface="Cascadia Mono" pitchFamily="34" charset="0"/>
                <a:ea typeface="Cascadia Mono" pitchFamily="34" charset="-122"/>
                <a:cs typeface="Cascadia Mono" pitchFamily="34" charset="-120"/>
              </a:rPr>
              <a:t>Título</a:t>
            </a:r>
            <a:endParaRPr lang="pt-BR" sz="1800" dirty="0"/>
          </a:p>
        </p:txBody>
      </p:sp>
      <p:sp>
        <p:nvSpPr>
          <p:cNvPr id="17" name="Text 7"/>
          <p:cNvSpPr/>
          <p:nvPr>
            <p:ph idx="115" type="body" hasCustomPrompt="1"/>
          </p:nvPr>
        </p:nvSpPr>
        <p:spPr>
          <a:xfrm>
            <a:off x="6431280" y="3108960"/>
            <a:ext cx="1981200" cy="1188720"/>
          </a:xfrm>
          <a:prstGeom prst="rect">
            <a:avLst/>
          </a:prstGeom>
          <a:noFill/>
          <a:ln/>
        </p:spPr>
        <p:txBody>
          <a:bodyPr wrap="square" rtlCol="0"/>
          <a:lstStyle>
            <a:lvl1pPr indent="0" marL="0">
              <a:spcAft>
                <a:spcPts val="600"/>
              </a:spcAft>
              <a:buNone/>
              <a:defRPr lang="pt-BR" altLang="en-US" sz="1800" dirty="0">
                <a:solidFill>
                  <a:schemeClr val="tx1"/>
                </a:solidFill>
              </a:defRPr>
            </a:lvl1pPr>
          </a:lstStyle>
          <a:p>
            <a:pPr indent="0" marL="0">
              <a:spcAft>
                <a:spcPts val="600"/>
              </a:spcAft>
              <a:buNone/>
            </a:pPr>
            <a:r>
              <a:rPr lang="pt-BR" altLang="en-US" sz="1800" dirty="0">
                <a:solidFill>
                  <a:schemeClr val="tx1"/>
                </a:solidFill>
              </a:rPr>
              <a:t>Descrição curta</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1037</a:t>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úmeros em destaque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Shape 0"/>
          <p:cNvSpPr/>
          <p:nvPr/>
        </p:nvSpPr>
        <p:spPr>
          <a:xfrm>
            <a:off x="0" y="1261872"/>
            <a:ext cx="9144000" cy="0"/>
          </a:xfrm>
          <a:prstGeom prst="line">
            <a:avLst/>
          </a:prstGeom>
          <a:noFill/>
          <a:ln w="9525">
            <a:solidFill>
              <a:srgbClr val="0F0F0F"/>
            </a:solidFill>
            <a:prstDash val="solid"/>
          </a:ln>
        </p:spPr>
      </p:sp>
      <p:sp>
        <p:nvSpPr>
          <p:cNvPr id="5" name="Text 1"/>
          <p:cNvSpPr/>
          <p:nvPr>
            <p:ph idx="103" type="title" hasCustomPrompt="1"/>
          </p:nvPr>
        </p:nvSpPr>
        <p:spPr>
          <a:xfrm>
            <a:off x="457200" y="384048"/>
            <a:ext cx="8229600" cy="914400"/>
          </a:xfrm>
          <a:prstGeom prst="rect">
            <a:avLst/>
          </a:prstGeom>
          <a:noFill/>
          <a:ln/>
        </p:spPr>
        <p:txBody>
          <a:bodyPr wrap="square" rtlCol="0"/>
          <a:lstStyle>
            <a:lvl1pPr algn="l" indent="0" marL="0">
              <a:buNone/>
              <a:defRPr lang="pt-BR" altLang="en-US" sz="2800" b="1" spc="100" cap="all" kern="0" dirty="0">
                <a:solidFill>
                  <a:schemeClr val="tx1"/>
                </a:solidFill>
              </a:defRPr>
            </a:lvl1pPr>
          </a:lstStyle>
          <a:p>
            <a:pPr algn="l" indent="0" marL="0">
              <a:buNone/>
            </a:pPr>
            <a:r>
              <a:rPr lang="pt-BR" altLang="en-US" sz="2800" b="1" spc="100" cap="all" kern="0" dirty="0">
                <a:solidFill>
                  <a:schemeClr val="tx1"/>
                </a:solidFill>
              </a:rPr>
              <a:t>Título do slide</a:t>
            </a:r>
            <a:endParaRPr lang="pt-BR" sz="2800" dirty="0"/>
          </a:p>
        </p:txBody>
      </p:sp>
      <p:sp>
        <p:nvSpPr>
          <p:cNvPr id="6" name="Text 1"/>
          <p:cNvSpPr/>
          <p:nvPr>
            <p:ph idx="104" type="body" hasCustomPrompt="1"/>
          </p:nvPr>
        </p:nvSpPr>
        <p:spPr>
          <a:xfrm>
            <a:off x="457200" y="1600200"/>
            <a:ext cx="2468880" cy="1280160"/>
          </a:xfrm>
          <a:prstGeom prst="rect">
            <a:avLst/>
          </a:prstGeom>
          <a:noFill/>
          <a:ln/>
        </p:spPr>
        <p:txBody>
          <a:bodyPr wrap="square" rtlCol="0"/>
          <a:lstStyle>
            <a:lvl1pPr algn="ctr" indent="0" marL="0">
              <a:buNone/>
              <a:defRPr lang="pt-BR" altLang="en-US" sz="6000" b="1" dirty="0">
                <a:solidFill>
                  <a:schemeClr val="tx1"/>
                </a:solidFill>
                <a:latin typeface="Cascadia Mono" pitchFamily="34" charset="0"/>
                <a:ea typeface="Cascadia Mono" pitchFamily="34" charset="-122"/>
                <a:cs typeface="Cascadia Mono" pitchFamily="34" charset="-120"/>
              </a:defRPr>
            </a:lvl1pPr>
          </a:lstStyle>
          <a:p>
            <a:pPr algn="ctr" indent="0" marL="0">
              <a:buNone/>
            </a:pPr>
            <a:r>
              <a:rPr lang="pt-BR" altLang="en-US" sz="6000" b="1" dirty="0">
                <a:solidFill>
                  <a:schemeClr val="tx1"/>
                </a:solidFill>
                <a:latin typeface="Cascadia Mono" pitchFamily="34" charset="0"/>
                <a:ea typeface="Cascadia Mono" pitchFamily="34" charset="-122"/>
                <a:cs typeface="Cascadia Mono" pitchFamily="34" charset="-120"/>
              </a:rPr>
              <a:t>44</a:t>
            </a:r>
            <a:endParaRPr lang="pt-BR" sz="6000" dirty="0"/>
          </a:p>
        </p:txBody>
      </p:sp>
      <p:sp>
        <p:nvSpPr>
          <p:cNvPr id="7" name="Text 1"/>
          <p:cNvSpPr/>
          <p:nvPr>
            <p:ph idx="105" type="body" hasCustomPrompt="1"/>
          </p:nvPr>
        </p:nvSpPr>
        <p:spPr>
          <a:xfrm>
            <a:off x="457200" y="2971800"/>
            <a:ext cx="2468880" cy="822960"/>
          </a:xfrm>
          <a:prstGeom prst="rect">
            <a:avLst/>
          </a:prstGeom>
          <a:noFill/>
          <a:ln/>
        </p:spPr>
        <p:txBody>
          <a:bodyPr wrap="square" rtlCol="0"/>
          <a:lstStyle>
            <a:lvl1pPr algn="ctr" indent="0" marL="0">
              <a:spcAft>
                <a:spcPts val="1000"/>
              </a:spcAft>
              <a:buNone/>
              <a:defRPr lang="pt-BR" altLang="en-US" sz="1800" dirty="0">
                <a:solidFill>
                  <a:schemeClr val="tx1"/>
                </a:solidFill>
              </a:defRPr>
            </a:lvl1pPr>
          </a:lstStyle>
          <a:p>
            <a:pPr algn="ctr" indent="0" marL="0">
              <a:spcAft>
                <a:spcPts val="1000"/>
              </a:spcAft>
              <a:buNone/>
            </a:pPr>
            <a:r>
              <a:rPr lang="pt-BR" altLang="en-US" sz="1800" dirty="0">
                <a:solidFill>
                  <a:schemeClr val="tx1"/>
                </a:solidFill>
              </a:rPr>
              <a:t>rótulo</a:t>
            </a:r>
            <a:endParaRPr lang="pt-BR" sz="1800" dirty="0"/>
          </a:p>
        </p:txBody>
      </p:sp>
      <p:sp>
        <p:nvSpPr>
          <p:cNvPr id="8" name="Text 1"/>
          <p:cNvSpPr/>
          <p:nvPr>
            <p:ph idx="106" type="body" hasCustomPrompt="1"/>
          </p:nvPr>
        </p:nvSpPr>
        <p:spPr>
          <a:xfrm>
            <a:off x="3337560" y="1600200"/>
            <a:ext cx="2468880" cy="1280160"/>
          </a:xfrm>
          <a:prstGeom prst="rect">
            <a:avLst/>
          </a:prstGeom>
          <a:noFill/>
          <a:ln/>
        </p:spPr>
        <p:txBody>
          <a:bodyPr wrap="square" rtlCol="0"/>
          <a:lstStyle>
            <a:lvl1pPr algn="ctr" indent="0" marL="0">
              <a:buNone/>
              <a:defRPr lang="pt-BR" altLang="en-US" sz="6000" b="1" dirty="0">
                <a:solidFill>
                  <a:schemeClr val="tx1"/>
                </a:solidFill>
                <a:latin typeface="Cascadia Mono" pitchFamily="34" charset="0"/>
                <a:ea typeface="Cascadia Mono" pitchFamily="34" charset="-122"/>
                <a:cs typeface="Cascadia Mono" pitchFamily="34" charset="-120"/>
              </a:defRPr>
            </a:lvl1pPr>
          </a:lstStyle>
          <a:p>
            <a:pPr algn="ctr" indent="0" marL="0">
              <a:buNone/>
            </a:pPr>
            <a:r>
              <a:rPr lang="pt-BR" altLang="en-US" sz="6000" b="1" dirty="0">
                <a:solidFill>
                  <a:schemeClr val="tx1"/>
                </a:solidFill>
                <a:latin typeface="Cascadia Mono" pitchFamily="34" charset="0"/>
                <a:ea typeface="Cascadia Mono" pitchFamily="34" charset="-122"/>
                <a:cs typeface="Cascadia Mono" pitchFamily="34" charset="-120"/>
              </a:rPr>
              <a:t>44</a:t>
            </a:r>
            <a:endParaRPr lang="pt-BR" sz="6000" dirty="0"/>
          </a:p>
        </p:txBody>
      </p:sp>
      <p:sp>
        <p:nvSpPr>
          <p:cNvPr id="9" name="Text 1"/>
          <p:cNvSpPr/>
          <p:nvPr>
            <p:ph idx="107" type="body" hasCustomPrompt="1"/>
          </p:nvPr>
        </p:nvSpPr>
        <p:spPr>
          <a:xfrm>
            <a:off x="3337560" y="2971800"/>
            <a:ext cx="2468880" cy="822960"/>
          </a:xfrm>
          <a:prstGeom prst="rect">
            <a:avLst/>
          </a:prstGeom>
          <a:noFill/>
          <a:ln/>
        </p:spPr>
        <p:txBody>
          <a:bodyPr wrap="square" rtlCol="0"/>
          <a:lstStyle>
            <a:lvl1pPr algn="ctr" indent="0" marL="0">
              <a:spcAft>
                <a:spcPts val="1000"/>
              </a:spcAft>
              <a:buNone/>
              <a:defRPr lang="pt-BR" altLang="en-US" sz="1800" dirty="0">
                <a:solidFill>
                  <a:schemeClr val="tx1"/>
                </a:solidFill>
              </a:defRPr>
            </a:lvl1pPr>
          </a:lstStyle>
          <a:p>
            <a:pPr algn="ctr" indent="0" marL="0">
              <a:spcAft>
                <a:spcPts val="1000"/>
              </a:spcAft>
              <a:buNone/>
            </a:pPr>
            <a:r>
              <a:rPr lang="pt-BR" altLang="en-US" sz="1800" dirty="0">
                <a:solidFill>
                  <a:schemeClr val="tx1"/>
                </a:solidFill>
              </a:rPr>
              <a:t>rótulo</a:t>
            </a:r>
            <a:endParaRPr lang="pt-BR" sz="1800" dirty="0"/>
          </a:p>
        </p:txBody>
      </p:sp>
      <p:sp>
        <p:nvSpPr>
          <p:cNvPr id="10" name="Text 1"/>
          <p:cNvSpPr/>
          <p:nvPr>
            <p:ph idx="108" type="body" hasCustomPrompt="1"/>
          </p:nvPr>
        </p:nvSpPr>
        <p:spPr>
          <a:xfrm>
            <a:off x="6217920" y="1600200"/>
            <a:ext cx="2468880" cy="1280160"/>
          </a:xfrm>
          <a:prstGeom prst="rect">
            <a:avLst/>
          </a:prstGeom>
          <a:noFill/>
          <a:ln/>
        </p:spPr>
        <p:txBody>
          <a:bodyPr wrap="square" rtlCol="0"/>
          <a:lstStyle>
            <a:lvl1pPr algn="ctr" indent="0" marL="0">
              <a:buNone/>
              <a:defRPr lang="pt-BR" altLang="en-US" sz="6000" b="1" dirty="0">
                <a:solidFill>
                  <a:schemeClr val="tx1"/>
                </a:solidFill>
                <a:latin typeface="Cascadia Mono" pitchFamily="34" charset="0"/>
                <a:ea typeface="Cascadia Mono" pitchFamily="34" charset="-122"/>
                <a:cs typeface="Cascadia Mono" pitchFamily="34" charset="-120"/>
              </a:defRPr>
            </a:lvl1pPr>
          </a:lstStyle>
          <a:p>
            <a:pPr algn="ctr" indent="0" marL="0">
              <a:buNone/>
            </a:pPr>
            <a:r>
              <a:rPr lang="pt-BR" altLang="en-US" sz="6000" b="1" dirty="0">
                <a:solidFill>
                  <a:schemeClr val="tx1"/>
                </a:solidFill>
                <a:latin typeface="Cascadia Mono" pitchFamily="34" charset="0"/>
                <a:ea typeface="Cascadia Mono" pitchFamily="34" charset="-122"/>
                <a:cs typeface="Cascadia Mono" pitchFamily="34" charset="-120"/>
              </a:rPr>
              <a:t>44</a:t>
            </a:r>
            <a:endParaRPr lang="pt-BR" sz="6000" dirty="0"/>
          </a:p>
        </p:txBody>
      </p:sp>
      <p:sp>
        <p:nvSpPr>
          <p:cNvPr id="11" name="Text 1"/>
          <p:cNvSpPr/>
          <p:nvPr>
            <p:ph idx="109" type="body" hasCustomPrompt="1"/>
          </p:nvPr>
        </p:nvSpPr>
        <p:spPr>
          <a:xfrm>
            <a:off x="6217920" y="2971800"/>
            <a:ext cx="2468880" cy="822960"/>
          </a:xfrm>
          <a:prstGeom prst="rect">
            <a:avLst/>
          </a:prstGeom>
          <a:noFill/>
          <a:ln/>
        </p:spPr>
        <p:txBody>
          <a:bodyPr wrap="square" rtlCol="0"/>
          <a:lstStyle>
            <a:lvl1pPr algn="ctr" indent="0" marL="0">
              <a:spcAft>
                <a:spcPts val="1000"/>
              </a:spcAft>
              <a:buNone/>
              <a:defRPr lang="pt-BR" altLang="en-US" sz="1800" dirty="0">
                <a:solidFill>
                  <a:schemeClr val="tx1"/>
                </a:solidFill>
              </a:defRPr>
            </a:lvl1pPr>
          </a:lstStyle>
          <a:p>
            <a:pPr algn="ctr" indent="0" marL="0">
              <a:spcAft>
                <a:spcPts val="1000"/>
              </a:spcAft>
              <a:buNone/>
            </a:pPr>
            <a:r>
              <a:rPr lang="pt-BR" altLang="en-US" sz="1800" dirty="0">
                <a:solidFill>
                  <a:schemeClr val="tx1"/>
                </a:solidFill>
              </a:rPr>
              <a:t>rótulo</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1038</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alestrante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4" name="Text 0"/>
          <p:cNvSpPr/>
          <p:nvPr>
            <p:ph idx="102" hasCustomPrompt="1"/>
          </p:nvPr>
        </p:nvSpPr>
        <p:spPr>
          <a:xfrm>
            <a:off x="457200" y="1188720"/>
            <a:ext cx="2743200" cy="2743200"/>
          </a:xfrm>
          <a:prstGeom prst="rect">
            <a:avLst/>
          </a:prstGeom>
          <a:solidFill>
            <a:srgbClr val="E8F4BA"/>
          </a:solidFill>
          <a:ln w="12700">
            <a:solidFill>
              <a:srgbClr val="C9D9A0"/>
            </a:solidFill>
          </a:ln>
        </p:spPr>
        <p:txBody>
          <a:bodyPr wrap="square" rtlCol="0"/>
          <a:lstStyle>
            <a:lvl1pPr algn="ctr" indent="0" marL="0">
              <a:buNone/>
              <a:defRPr lang="pt-BR" altLang="en-US" sz="1400" dirty="0">
                <a:solidFill>
                  <a:schemeClr val="accent6"/>
                </a:solidFill>
              </a:defRPr>
            </a:lvl1pPr>
          </a:lstStyle>
          <a:p>
            <a:pPr algn="ctr" indent="0" marL="0">
              <a:buNone/>
            </a:pPr>
            <a:r>
              <a:rPr lang="pt-BR" altLang="en-US" sz="1400" dirty="0">
                <a:solidFill>
                  <a:schemeClr val="accent6"/>
                </a:solidFill>
              </a:rPr>
              <a:t>Foto</a:t>
            </a:r>
            <a:endParaRPr lang="pt-BR" sz="1400" dirty="0"/>
          </a:p>
        </p:txBody>
      </p:sp>
      <p:sp>
        <p:nvSpPr>
          <p:cNvPr id="5" name="Text 0"/>
          <p:cNvSpPr/>
          <p:nvPr>
            <p:ph idx="103" type="title" hasCustomPrompt="1"/>
          </p:nvPr>
        </p:nvSpPr>
        <p:spPr>
          <a:xfrm>
            <a:off x="3657600" y="1188720"/>
            <a:ext cx="5029200" cy="822960"/>
          </a:xfrm>
          <a:prstGeom prst="rect">
            <a:avLst/>
          </a:prstGeom>
          <a:noFill/>
          <a:ln/>
        </p:spPr>
        <p:txBody>
          <a:bodyPr wrap="square" rtlCol="0"/>
          <a:lstStyle>
            <a:lvl1pPr algn="l" indent="0" marL="0">
              <a:buNone/>
              <a:defRPr lang="pt-BR" altLang="en-US" sz="3000" b="1" dirty="0">
                <a:solidFill>
                  <a:schemeClr val="tx1"/>
                </a:solidFill>
              </a:defRPr>
            </a:lvl1pPr>
          </a:lstStyle>
          <a:p>
            <a:pPr algn="l" indent="0" marL="0">
              <a:buNone/>
            </a:pPr>
            <a:r>
              <a:rPr lang="pt-BR" altLang="en-US" sz="3000" b="1" dirty="0">
                <a:solidFill>
                  <a:schemeClr val="tx1"/>
                </a:solidFill>
              </a:rPr>
              <a:t>Nome da pessoa</a:t>
            </a:r>
            <a:endParaRPr lang="pt-BR" sz="3000" dirty="0"/>
          </a:p>
        </p:txBody>
      </p:sp>
      <p:sp>
        <p:nvSpPr>
          <p:cNvPr id="6" name="Text 0"/>
          <p:cNvSpPr/>
          <p:nvPr>
            <p:ph idx="104" type="body" hasCustomPrompt="1"/>
          </p:nvPr>
        </p:nvSpPr>
        <p:spPr>
          <a:xfrm>
            <a:off x="3657600" y="2011680"/>
            <a:ext cx="5029200" cy="640080"/>
          </a:xfrm>
          <a:prstGeom prst="rect">
            <a:avLst/>
          </a:prstGeom>
          <a:noFill/>
          <a:ln/>
        </p:spPr>
        <p:txBody>
          <a:bodyPr wrap="square" rtlCol="0"/>
          <a:lstStyle>
            <a:lvl1pPr indent="0" marL="0">
              <a:buNone/>
              <a:defRPr lang="pt-BR" altLang="en-US" sz="1600" dirty="0">
                <a:solidFill>
                  <a:schemeClr val="tx1"/>
                </a:solidFill>
                <a:latin typeface="Cascadia Mono" pitchFamily="34" charset="0"/>
                <a:ea typeface="Cascadia Mono" pitchFamily="34" charset="-122"/>
                <a:cs typeface="Cascadia Mono" pitchFamily="34" charset="-120"/>
              </a:defRPr>
            </a:lvl1pPr>
          </a:lstStyle>
          <a:p>
            <a:pPr indent="0" marL="0">
              <a:buNone/>
            </a:pPr>
            <a:r>
              <a:rPr lang="pt-BR" altLang="en-US" sz="1600" dirty="0">
                <a:solidFill>
                  <a:schemeClr val="tx1"/>
                </a:solidFill>
                <a:latin typeface="Cascadia Mono" pitchFamily="34" charset="0"/>
                <a:ea typeface="Cascadia Mono" pitchFamily="34" charset="-122"/>
                <a:cs typeface="Cascadia Mono" pitchFamily="34" charset="-120"/>
              </a:rPr>
              <a:t>Cargo, empresa ou comunidade</a:t>
            </a:r>
            <a:endParaRPr lang="pt-BR" sz="1600" dirty="0"/>
          </a:p>
        </p:txBody>
      </p:sp>
      <p:sp>
        <p:nvSpPr>
          <p:cNvPr id="7" name="Text 0"/>
          <p:cNvSpPr/>
          <p:nvPr>
            <p:ph idx="105" type="body" hasCustomPrompt="1"/>
          </p:nvPr>
        </p:nvSpPr>
        <p:spPr>
          <a:xfrm>
            <a:off x="3657600" y="2743200"/>
            <a:ext cx="5029200" cy="1645920"/>
          </a:xfrm>
          <a:prstGeom prst="rect">
            <a:avLst/>
          </a:prstGeom>
          <a:noFill/>
          <a:ln/>
        </p:spPr>
        <p:txBody>
          <a:bodyPr wrap="square" rtlCol="0"/>
          <a:lstStyle>
            <a:lvl1pPr marL="254000" indent="-254000">
              <a:spcAft>
                <a:spcPts val="1000"/>
              </a:spcAft>
              <a:buSzPct val="100000"/>
              <a:buChar char="•"/>
              <a:defRPr lang="pt-BR" altLang="en-US" sz="1800" dirty="0">
                <a:solidFill>
                  <a:schemeClr val="tx1"/>
                </a:solidFill>
              </a:defRPr>
            </a:lvl1pPr>
          </a:lstStyle>
          <a:p>
            <a:pPr marL="254000" indent="-254000">
              <a:spcAft>
                <a:spcPts val="1000"/>
              </a:spcAft>
              <a:buSzPct val="100000"/>
              <a:buChar char="•"/>
            </a:pPr>
            <a:r>
              <a:rPr lang="pt-BR" altLang="en-US" sz="1800" dirty="0">
                <a:solidFill>
                  <a:schemeClr val="tx1"/>
                </a:solidFill>
              </a:rPr>
              <a:t>Três fatos sobre você</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1039</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m branco (claro)">
    <p:bg>
      <p:bgPr>
        <a:solidFill>
          <a:srgbClr val="FFFFFF"/>
        </a:solidFill>
      </p:bgPr>
    </p:bg>
    <p:spTree>
      <p:nvGrpSpPr>
        <p:cNvPr id="1" name=""/>
        <p:cNvGrpSpPr/>
        <p:nvPr/>
      </p:nvGrpSpPr>
      <p:grpSpPr>
        <a:xfrm>
          <a:off x="0" y="0"/>
          <a:ext cx="0" cy="0"/>
          <a:chOff x="0" y="0"/>
          <a:chExt cx="0" cy="0"/>
        </a:xfrm>
      </p:grpSpPr>
      <p:pic>
        <p:nvPicPr>
          <p:cNvPr id="2" name="Image 0" descr="/home/rodbv/code/pybr2026-slides/build/witch-dark-140.png">    </p:cNvPr>
          <p:cNvPicPr>
            <a:picLocks noChangeAspect="1"/>
          </p:cNvPicPr>
          <p:nvPr/>
        </p:nvPicPr>
        <p:blipFill>
          <a:blip r:embed="rId1">
            <a:alphaModFix amt="65000"/>
          </a:blip>
          <a:stretch>
            <a:fillRect/>
          </a:stretch>
        </p:blipFill>
        <p:spPr>
          <a:xfrm>
            <a:off x="457200" y="4644466"/>
            <a:ext cx="304588" cy="274320"/>
          </a:xfrm>
          <a:prstGeom prst="rect">
            <a:avLst/>
          </a:prstGeom>
        </p:spPr>
      </p:pic>
      <p:pic>
        <p:nvPicPr>
          <p:cNvPr id="3" name="Image 1" descr="/home/rodbv/code/pybr2026-slides/build/logo-dark-on-light-480.png">    </p:cNvPr>
          <p:cNvPicPr>
            <a:picLocks noChangeAspect="1"/>
          </p:cNvPicPr>
          <p:nvPr/>
        </p:nvPicPr>
        <p:blipFill>
          <a:blip r:embed="rId2">
            <a:alphaModFix amt="65000"/>
          </a:blip>
          <a:stretch>
            <a:fillRect/>
          </a:stretch>
        </p:blipFill>
        <p:spPr>
          <a:xfrm>
            <a:off x="816652" y="4709160"/>
            <a:ext cx="914400" cy="144932"/>
          </a:xfrm>
          <a:prstGeom prst="rect">
            <a:avLst/>
          </a:prstGeom>
        </p:spPr>
      </p:pic>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1040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8.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0.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7.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7.xml"/><Relationship Id="rId9"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2"/>
          <p:cNvSpPr/>
          <p:nvPr>
            <p:ph idx="105" type="title" hasCustomPrompt="1"/>
          </p:nvPr>
        </p:nvSpPr>
        <p:spPr>
          <a:xfrm>
            <a:off x="457200" y="822960"/>
            <a:ext cx="4206240" cy="2103120"/>
          </a:xfrm>
          <a:prstGeom prst="rect">
            <a:avLst/>
          </a:prstGeom>
          <a:noFill/>
          <a:ln/>
        </p:spPr>
        <p:txBody>
          <a:bodyPr wrap="square" lIns="0" tIns="0" rIns="0" bIns="0" rtlCol="0" anchor="b">
            <a:normAutofit/>
          </a:bodyPr>
          <a:lstStyle/>
          <a:p>
            <a:pPr algn="l" indent="0" marL="0">
              <a:buNone/>
            </a:pPr>
            <a:r>
              <a:rPr lang="pt-BR" altLang="en-US" sz="3600" b="1" dirty="0">
                <a:solidFill>
                  <a:schemeClr val="accent1"/>
                </a:solidFill>
              </a:rPr>
              <a:t>Que bom que você vai palestrar na Python Brasil 2026</a:t>
            </a:r>
            <a:endParaRPr lang="pt-BR" sz="3600" dirty="0"/>
          </a:p>
        </p:txBody>
      </p:sp>
      <p:sp>
        <p:nvSpPr>
          <p:cNvPr id="4" name="Text 2"/>
          <p:cNvSpPr/>
          <p:nvPr>
            <p:ph idx="106" type="body" hasCustomPrompt="1"/>
          </p:nvPr>
        </p:nvSpPr>
        <p:spPr>
          <a:xfrm>
            <a:off x="457200" y="3063240"/>
            <a:ext cx="4206240" cy="457200"/>
          </a:xfrm>
          <a:prstGeom prst="rect">
            <a:avLst/>
          </a:prstGeom>
          <a:noFill/>
          <a:ln/>
        </p:spPr>
        <p:txBody>
          <a:bodyPr wrap="square" lIns="0" tIns="0" rIns="0" bIns="0" rtlCol="0" anchor="t">
            <a:normAutofit/>
          </a:bodyPr>
          <a:lstStyle/>
          <a:p>
            <a:pPr indent="0" marL="0">
              <a:buNone/>
            </a:pPr>
            <a:r>
              <a:rPr lang="pt-BR" altLang="en-US" sz="2000" dirty="0">
                <a:solidFill>
                  <a:schemeClr val="bg2"/>
                </a:solidFill>
              </a:rPr>
              <a:t>Mais dicas nas anotações de cada slide</a:t>
            </a:r>
            <a:endParaRPr lang="pt-BR" sz="2000" dirty="0"/>
          </a:p>
        </p:txBody>
      </p:sp>
      <p:sp>
        <p:nvSpPr>
          <p:cNvPr id="5" name="Text 2"/>
          <p:cNvSpPr/>
          <p:nvPr>
            <p:ph idx="107" type="body" hasCustomPrompt="1"/>
          </p:nvPr>
        </p:nvSpPr>
        <p:spPr>
          <a:xfrm>
            <a:off x="457200" y="3657600"/>
            <a:ext cx="4206240" cy="457200"/>
          </a:xfrm>
          <a:prstGeom prst="rect">
            <a:avLst/>
          </a:prstGeom>
          <a:noFill/>
          <a:ln/>
        </p:spPr>
        <p:txBody>
          <a:bodyPr wrap="square" lIns="0" tIns="0" rIns="0" bIns="0" rtlCol="0" anchor="t">
            <a:normAutofit/>
          </a:bodyPr>
          <a:lstStyle/>
          <a:p>
            <a:pPr indent="0" marL="0">
              <a:buNone/>
            </a:pPr>
            <a:r>
              <a:rPr lang="pt-BR" altLang="en-US" sz="1800" b="1" dirty="0">
                <a:solidFill>
                  <a:schemeClr val="bg2"/>
                </a:solidFill>
              </a:rPr>
              <a:t>Seu nome aqui</a:t>
            </a:r>
            <a:pPr indent="0" marL="0">
              <a:buNone/>
            </a:pPr>
            <a:r>
              <a:rPr lang="pt-BR" altLang="en-US" sz="1800" b="1" dirty="0">
                <a:solidFill>
                  <a:srgbClr val="A8A8A8"/>
                </a:solidFill>
              </a:rPr>
              <a:t>  ·  @seu_usuario</a:t>
            </a:r>
            <a:endParaRPr lang="pt-B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3" type="title" hasCustomPrompt="1"/>
          </p:nvPr>
        </p:nvSpPr>
        <p:spPr>
          <a:xfrm>
            <a:off x="457200" y="822960"/>
            <a:ext cx="7315200" cy="3108960"/>
          </a:xfrm>
          <a:prstGeom prst="rect">
            <a:avLst/>
          </a:prstGeom>
          <a:noFill/>
          <a:ln/>
        </p:spPr>
        <p:txBody>
          <a:bodyPr wrap="square" lIns="0" tIns="0" rIns="0" bIns="0" rtlCol="0" anchor="ctr">
            <a:normAutofit/>
          </a:bodyPr>
          <a:lstStyle/>
          <a:p>
            <a:pPr algn="l" indent="0" marL="0">
              <a:buNone/>
            </a:pPr>
            <a:r>
              <a:rPr lang="pt-BR" altLang="en-US" sz="4800" b="1" dirty="0">
                <a:solidFill>
                  <a:schemeClr val="accent1"/>
                </a:solidFill>
              </a:rPr>
              <a:t>Vai dar tudo certo.</a:t>
            </a:r>
            <a:endParaRPr lang="pt-BR" sz="4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2" type="body" hasCustomPrompt="1"/>
          </p:nvPr>
        </p:nvSpPr>
        <p:spPr>
          <a:xfrm>
            <a:off x="457200" y="548640"/>
            <a:ext cx="7772400" cy="2194560"/>
          </a:xfrm>
          <a:prstGeom prst="rect">
            <a:avLst/>
          </a:prstGeom>
          <a:noFill/>
          <a:ln/>
        </p:spPr>
        <p:txBody>
          <a:bodyPr wrap="square" lIns="0" tIns="0" rIns="0" bIns="0" rtlCol="0" anchor="b">
            <a:normAutofit/>
          </a:bodyPr>
          <a:lstStyle/>
          <a:p>
            <a:pPr indent="0" marL="0">
              <a:buNone/>
            </a:pPr>
            <a:r>
              <a:rPr lang="pt-BR" altLang="en-US" sz="3200" b="1" dirty="0">
                <a:solidFill>
                  <a:srgbClr val="B7FF06"/>
                </a:solidFill>
              </a:rPr>
              <a:t>“</a:t>
            </a:r>
            <a:pPr indent="0" marL="0">
              <a:buNone/>
            </a:pPr>
            <a:r>
              <a:rPr lang="pt-BR" altLang="en-US" sz="3200" dirty="0">
                <a:solidFill>
                  <a:schemeClr val="bg2"/>
                </a:solidFill>
              </a:rPr>
              <a:t>A praticidade vence a pureza.</a:t>
            </a:r>
            <a:pPr indent="0" marL="0">
              <a:buNone/>
            </a:pPr>
            <a:r>
              <a:rPr lang="pt-BR" altLang="en-US" sz="3200" b="1" dirty="0">
                <a:solidFill>
                  <a:srgbClr val="B7FF06"/>
                </a:solidFill>
              </a:rPr>
              <a:t>”</a:t>
            </a:r>
            <a:endParaRPr lang="pt-BR" sz="3200" dirty="0"/>
          </a:p>
        </p:txBody>
      </p:sp>
      <p:sp>
        <p:nvSpPr>
          <p:cNvPr id="4" name="Text 0"/>
          <p:cNvSpPr/>
          <p:nvPr>
            <p:ph idx="103" type="body" hasCustomPrompt="1"/>
          </p:nvPr>
        </p:nvSpPr>
        <p:spPr>
          <a:xfrm>
            <a:off x="457200" y="2880360"/>
            <a:ext cx="7772400" cy="457200"/>
          </a:xfrm>
          <a:prstGeom prst="rect">
            <a:avLst/>
          </a:prstGeom>
          <a:noFill/>
          <a:ln/>
        </p:spPr>
        <p:txBody>
          <a:bodyPr wrap="square" lIns="0" tIns="0" rIns="0" bIns="0" rtlCol="0" anchor="t"/>
          <a:lstStyle/>
          <a:p>
            <a:pPr indent="0" marL="0">
              <a:buNone/>
            </a:pPr>
            <a:r>
              <a:rPr lang="pt-BR" altLang="en-US" sz="1800" dirty="0">
                <a:solidFill>
                  <a:schemeClr val="accent5"/>
                </a:solidFill>
                <a:latin typeface="Cascadia Mono" pitchFamily="34" charset="0"/>
                <a:ea typeface="Cascadia Mono" pitchFamily="34" charset="-122"/>
                <a:cs typeface="Cascadia Mono" pitchFamily="34" charset="-120"/>
              </a:rPr>
              <a:t>The Zen of Python, PEP 20</a:t>
            </a:r>
            <a:endParaRPr lang="pt-BR" sz="1800" dirty="0"/>
          </a:p>
        </p:txBody>
      </p:sp>
      <p:sp>
        <p:nvSpPr>
          <p:cNvPr id="5" name="Text 2"/>
          <p:cNvSpPr txBox="1"/>
          <p:nvPr/>
        </p:nvSpPr>
        <p:spPr>
          <a:xfrm>
            <a:off x="457200" y="3429000"/>
            <a:ext cx="7772400" cy="457200"/>
          </a:xfrm>
          <a:prstGeom prst="rect">
            <a:avLst/>
          </a:prstGeom>
          <a:noFill/>
          <a:ln/>
        </p:spPr>
        <p:txBody>
          <a:bodyPr wrap="square" lIns="0" tIns="0" rIns="0" bIns="0" rtlCol="0" anchor="t"/>
          <a:lstStyle/>
          <a:p>
            <a:pPr indent="0" marL="0">
              <a:buNone/>
            </a:pPr>
            <a:r>
              <a:rPr lang="pt-BR" altLang="en-US" sz="2000" dirty="0">
                <a:solidFill>
                  <a:srgbClr val="E8F4BA"/>
                </a:solidFill>
                <a:latin typeface="Inter" pitchFamily="34" charset="0"/>
                <a:ea typeface="Inter" pitchFamily="34" charset="-122"/>
                <a:cs typeface="Inter" pitchFamily="34" charset="-120"/>
              </a:rPr>
              <a:t>Dicas, </a:t>
            </a:r>
            <a:pPr indent="0" marL="0">
              <a:buNone/>
            </a:pPr>
            <a:r>
              <a:rPr lang="pt-BR" altLang="en-US" sz="2000" b="1" dirty="0">
                <a:solidFill>
                  <a:srgbClr val="0F0F0F"/>
                </a:solidFill>
                <a:highlight>
                  <a:srgbClr val="B7FF06"/>
                </a:highlight>
                <a:latin typeface="Inter" pitchFamily="34" charset="0"/>
                <a:ea typeface="Inter" pitchFamily="34" charset="-122"/>
                <a:cs typeface="Inter" pitchFamily="34" charset="-120"/>
              </a:rPr>
              <a:t>não regras</a:t>
            </a:r>
            <a:pPr indent="0" marL="0">
              <a:buNone/>
            </a:pPr>
            <a:r>
              <a:rPr lang="pt-BR" altLang="en-US" sz="2000" dirty="0">
                <a:solidFill>
                  <a:srgbClr val="E8F4BA"/>
                </a:solidFill>
                <a:latin typeface="Inter" pitchFamily="34" charset="0"/>
                <a:ea typeface="Inter" pitchFamily="34" charset="-122"/>
                <a:cs typeface="Inter" pitchFamily="34" charset="-120"/>
              </a:rPr>
              <a:t>: use as que servirem para você.</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Na hora de começar</a:t>
            </a:r>
            <a:endParaRPr lang="pt-BR" sz="2800" dirty="0"/>
          </a:p>
        </p:txBody>
      </p:sp>
      <p:sp>
        <p:nvSpPr>
          <p:cNvPr id="4" name="Text 1"/>
          <p:cNvSpPr/>
          <p:nvPr>
            <p:ph idx="104" type="body" hasCustomPrompt="1"/>
          </p:nvPr>
        </p:nvSpPr>
        <p:spPr>
          <a:xfrm>
            <a:off x="457200" y="1417320"/>
            <a:ext cx="7315200" cy="30175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bg2"/>
                </a:solidFill>
              </a:rPr>
              <a:t>Respire fundo e beba um gole de água</a:t>
            </a:r>
            <a:endParaRPr lang="pt-BR" sz="2000" dirty="0"/>
          </a:p>
          <a:p>
            <a:pPr marL="342900" indent="-342900">
              <a:spcAft>
                <a:spcPts val="1000"/>
              </a:spcAft>
              <a:buSzPct val="100000"/>
              <a:buChar char="•"/>
            </a:pPr>
            <a:r>
              <a:rPr lang="pt-BR" altLang="en-US" sz="2000" dirty="0">
                <a:solidFill>
                  <a:schemeClr val="bg2"/>
                </a:solidFill>
              </a:rPr>
              <a:t>Sorria: o público está do seu lado</a:t>
            </a:r>
            <a:endParaRPr lang="pt-BR" sz="2000" dirty="0"/>
          </a:p>
          <a:p>
            <a:pPr marL="342900" indent="-342900">
              <a:spcAft>
                <a:spcPts val="1000"/>
              </a:spcAft>
              <a:buSzPct val="100000"/>
              <a:buChar char="•"/>
            </a:pPr>
            <a:r>
              <a:rPr lang="pt-BR" altLang="en-US" sz="2000" dirty="0">
                <a:solidFill>
                  <a:schemeClr val="bg2"/>
                </a:solidFill>
              </a:rPr>
              <a:t>Fale mais devagar do que parece natural</a:t>
            </a:r>
            <a:endParaRPr lang="pt-BR" sz="2000" dirty="0"/>
          </a:p>
          <a:p>
            <a:pPr marL="342900" indent="-342900">
              <a:spcAft>
                <a:spcPts val="1000"/>
              </a:spcAft>
              <a:buSzPct val="100000"/>
              <a:buChar char="•"/>
            </a:pPr>
            <a:r>
              <a:rPr lang="pt-BR" altLang="en-US" sz="2000" dirty="0">
                <a:solidFill>
                  <a:schemeClr val="bg2"/>
                </a:solidFill>
              </a:rPr>
              <a:t>Divirta-se: a palestra é sua</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3" type="title" hasCustomPrompt="1"/>
          </p:nvPr>
        </p:nvSpPr>
        <p:spPr>
          <a:xfrm>
            <a:off x="3657600" y="1188720"/>
            <a:ext cx="5029200" cy="822960"/>
          </a:xfrm>
          <a:prstGeom prst="rect">
            <a:avLst/>
          </a:prstGeom>
          <a:noFill/>
          <a:ln/>
        </p:spPr>
        <p:txBody>
          <a:bodyPr wrap="square" lIns="0" tIns="0" rIns="0" bIns="0" rtlCol="0" anchor="t">
            <a:normAutofit/>
          </a:bodyPr>
          <a:lstStyle/>
          <a:p>
            <a:pPr algn="l" indent="0" marL="0">
              <a:buNone/>
            </a:pPr>
            <a:r>
              <a:rPr lang="pt-BR" altLang="en-US" sz="3000" b="1" dirty="0">
                <a:solidFill>
                  <a:schemeClr val="bg2"/>
                </a:solidFill>
              </a:rPr>
              <a:t>Seu nome aqui</a:t>
            </a:r>
            <a:endParaRPr lang="pt-BR" sz="3000" dirty="0"/>
          </a:p>
        </p:txBody>
      </p:sp>
      <p:sp>
        <p:nvSpPr>
          <p:cNvPr id="4" name="Text 0"/>
          <p:cNvSpPr/>
          <p:nvPr>
            <p:ph idx="104" type="body" hasCustomPrompt="1"/>
          </p:nvPr>
        </p:nvSpPr>
        <p:spPr>
          <a:xfrm>
            <a:off x="3657600" y="2011680"/>
            <a:ext cx="5029200" cy="640080"/>
          </a:xfrm>
          <a:prstGeom prst="rect">
            <a:avLst/>
          </a:prstGeom>
          <a:noFill/>
          <a:ln/>
        </p:spPr>
        <p:txBody>
          <a:bodyPr wrap="square" lIns="0" tIns="0" rIns="0" bIns="0" rtlCol="0" anchor="t">
            <a:normAutofit/>
          </a:bodyPr>
          <a:lstStyle/>
          <a:p>
            <a:pPr indent="0" marL="0">
              <a:buNone/>
            </a:pPr>
            <a:r>
              <a:rPr lang="pt-BR" altLang="en-US" sz="1600" dirty="0">
                <a:solidFill>
                  <a:schemeClr val="accent1"/>
                </a:solidFill>
                <a:latin typeface="Cascadia Mono" pitchFamily="34" charset="0"/>
                <a:ea typeface="Cascadia Mono" pitchFamily="34" charset="-122"/>
                <a:cs typeface="Cascadia Mono" pitchFamily="34" charset="-120"/>
              </a:rPr>
              <a:t>O que você faz · onde</a:t>
            </a:r>
            <a:endParaRPr lang="pt-BR" sz="1600" dirty="0"/>
          </a:p>
        </p:txBody>
      </p:sp>
      <p:sp>
        <p:nvSpPr>
          <p:cNvPr id="5" name="Text 0"/>
          <p:cNvSpPr/>
          <p:nvPr>
            <p:ph idx="105" type="body" hasCustomPrompt="1"/>
          </p:nvPr>
        </p:nvSpPr>
        <p:spPr>
          <a:xfrm>
            <a:off x="3657600" y="2743200"/>
            <a:ext cx="5029200" cy="16459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1800" dirty="0">
                <a:solidFill>
                  <a:schemeClr val="bg2"/>
                </a:solidFill>
              </a:rPr>
              <a:t>Quem abre a sessão costuma apresentar você</a:t>
            </a:r>
            <a:endParaRPr lang="pt-BR" sz="1800" dirty="0"/>
          </a:p>
          <a:p>
            <a:pPr marL="342900" indent="-342900">
              <a:spcAft>
                <a:spcPts val="1000"/>
              </a:spcAft>
              <a:buSzPct val="100000"/>
              <a:buChar char="•"/>
            </a:pPr>
            <a:r>
              <a:rPr lang="pt-BR" altLang="en-US" sz="1800" dirty="0">
                <a:solidFill>
                  <a:schemeClr val="bg2"/>
                </a:solidFill>
              </a:rPr>
              <a:t>Com o tempo curto, este slide pode sair</a:t>
            </a:r>
            <a:endParaRPr lang="pt-BR" sz="1800" dirty="0"/>
          </a:p>
          <a:p>
            <a:pPr marL="342900" indent="-342900">
              <a:spcAft>
                <a:spcPts val="1000"/>
              </a:spcAft>
              <a:buSzPct val="100000"/>
              <a:buChar char="•"/>
            </a:pPr>
            <a:r>
              <a:rPr lang="pt-BR" altLang="en-US" sz="1800" dirty="0">
                <a:solidFill>
                  <a:schemeClr val="bg2"/>
                </a:solidFill>
              </a:rPr>
              <a:t>Uma autodescrição ajuda quem não vê a tela</a:t>
            </a:r>
            <a:endParaRPr lang="pt-BR" sz="1800" dirty="0"/>
          </a:p>
        </p:txBody>
      </p:sp>
      <p:sp>
        <p:nvSpPr>
          <p:cNvPr id="6" name="Text 0"/>
          <p:cNvSpPr/>
          <p:nvPr>
            <p:ph idx="102" hasCustomPrompt="1"/>
          </p:nvPr>
        </p:nvSpPr>
        <p:spPr>
          <a:xfrm>
            <a:off x="457200" y="1188720"/>
            <a:ext cx="2743200" cy="2743200"/>
          </a:xfrm>
          <a:prstGeom prst="rect">
            <a:avLst/>
          </a:prstGeom>
          <a:solidFill>
            <a:srgbClr val="242424"/>
          </a:solidFill>
          <a:ln w="12700">
            <a:solidFill>
              <a:srgbClr val="3A3A3A"/>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Agenda</a:t>
            </a:r>
            <a:endParaRPr lang="pt-BR" sz="2800" dirty="0"/>
          </a:p>
        </p:txBody>
      </p:sp>
      <p:sp>
        <p:nvSpPr>
          <p:cNvPr id="4" name="Text 1"/>
          <p:cNvSpPr/>
          <p:nvPr>
            <p:ph idx="104" type="body" hasCustomPrompt="1"/>
          </p:nvPr>
        </p:nvSpPr>
        <p:spPr>
          <a:xfrm>
            <a:off x="457200" y="1417320"/>
            <a:ext cx="7315200" cy="3017520"/>
          </a:xfrm>
          <a:prstGeom prst="rect">
            <a:avLst/>
          </a:prstGeom>
          <a:noFill/>
          <a:ln/>
        </p:spPr>
        <p:txBody>
          <a:bodyPr wrap="square" lIns="0" tIns="0" rIns="0" bIns="0" rtlCol="0" anchor="t">
            <a:normAutofit/>
          </a:bodyPr>
          <a:lstStyle/>
          <a:p>
            <a:pPr marL="431800" indent="-431800">
              <a:spcAft>
                <a:spcPts val="1400"/>
              </a:spcAft>
              <a:buSzPct val="100000"/>
              <a:buFont typeface="+mj-lt"/>
              <a:buAutoNum type="arabicPeriod"/>
            </a:pPr>
            <a:r>
              <a:rPr lang="pt-BR" altLang="en-US" sz="2400" dirty="0">
                <a:solidFill>
                  <a:schemeClr val="bg2"/>
                </a:solidFill>
              </a:rPr>
              <a:t>Mostra ao público o caminho da palestra</a:t>
            </a:r>
            <a:endParaRPr lang="pt-BR" sz="2400" dirty="0"/>
          </a:p>
          <a:p>
            <a:pPr marL="431800" indent="-431800">
              <a:spcAft>
                <a:spcPts val="1400"/>
              </a:spcAft>
              <a:buSzPct val="100000"/>
              <a:buFont typeface="+mj-lt"/>
              <a:buAutoNum type="arabicPeriod"/>
            </a:pPr>
            <a:r>
              <a:rPr lang="pt-BR" altLang="en-US" sz="2400" dirty="0">
                <a:solidFill>
                  <a:schemeClr val="bg2"/>
                </a:solidFill>
              </a:rPr>
              <a:t>Três a cinco partes costumam bastar</a:t>
            </a:r>
            <a:endParaRPr lang="pt-BR" sz="2400" dirty="0"/>
          </a:p>
          <a:p>
            <a:pPr marL="431800" indent="-431800">
              <a:spcAft>
                <a:spcPts val="1400"/>
              </a:spcAft>
              <a:buSzPct val="100000"/>
              <a:buFont typeface="+mj-lt"/>
              <a:buAutoNum type="arabicPeriod"/>
            </a:pPr>
            <a:r>
              <a:rPr lang="pt-BR" altLang="en-US" sz="2400" dirty="0">
                <a:solidFill>
                  <a:schemeClr val="bg2"/>
                </a:solidFill>
              </a:rPr>
              <a:t>Pode voltar entre uma parte e outra</a:t>
            </a:r>
            <a:endParaRPr lang="pt-BR" sz="2400" dirty="0"/>
          </a:p>
          <a:p>
            <a:pPr marL="431800" indent="-431800">
              <a:spcAft>
                <a:spcPts val="1400"/>
              </a:spcAft>
              <a:buSzPct val="100000"/>
              <a:buFont typeface="+mj-lt"/>
              <a:buAutoNum type="arabicPeriod"/>
            </a:pPr>
            <a:r>
              <a:rPr lang="pt-BR" altLang="en-US" sz="2400" dirty="0">
                <a:solidFill>
                  <a:schemeClr val="bg2"/>
                </a:solidFill>
              </a:rPr>
              <a:t>Cada parte também pode abrir com uma Seção</a:t>
            </a:r>
            <a:endParaRPr lang="pt-BR" sz="2400" dirty="0"/>
          </a:p>
          <a:p>
            <a:pPr marL="431800" indent="-431800">
              <a:spcAft>
                <a:spcPts val="1400"/>
              </a:spcAft>
              <a:buSzPct val="100000"/>
              <a:buFont typeface="+mj-lt"/>
              <a:buAutoNum type="arabicPeriod"/>
            </a:pPr>
            <a:r>
              <a:rPr lang="pt-BR" altLang="en-US" sz="2400" dirty="0">
                <a:solidFill>
                  <a:schemeClr val="bg2"/>
                </a:solidFill>
              </a:rPr>
              <a:t>Opcional: pode sair se o tempo for curto</a:t>
            </a:r>
            <a:endParaRPr lang="pt-BR" sz="2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4" type="body" hasCustomPrompt="1"/>
          </p:nvPr>
        </p:nvSpPr>
        <p:spPr>
          <a:xfrm>
            <a:off x="457200" y="1691640"/>
            <a:ext cx="1737360" cy="1737360"/>
          </a:xfrm>
          <a:prstGeom prst="rect">
            <a:avLst/>
          </a:prstGeom>
          <a:noFill/>
          <a:ln/>
        </p:spPr>
        <p:txBody>
          <a:bodyPr wrap="square" lIns="0" tIns="0" rIns="0" bIns="0" rtlCol="0" anchor="ctr"/>
          <a:lstStyle/>
          <a:p>
            <a:pPr algn="ctr" indent="0" marL="0">
              <a:buNone/>
            </a:pPr>
            <a:r>
              <a:rPr lang="pt-BR" altLang="en-US" sz="4000" b="1" dirty="0">
                <a:solidFill>
                  <a:srgbClr val="0F0F0F"/>
                </a:solidFill>
                <a:latin typeface="Cascadia Mono" pitchFamily="34" charset="0"/>
                <a:ea typeface="Cascadia Mono" pitchFamily="34" charset="-122"/>
                <a:cs typeface="Cascadia Mono" pitchFamily="34" charset="-120"/>
              </a:rPr>
              <a:t>01</a:t>
            </a:r>
            <a:endParaRPr lang="pt-BR" sz="4000" dirty="0"/>
          </a:p>
        </p:txBody>
      </p:sp>
      <p:sp>
        <p:nvSpPr>
          <p:cNvPr id="4" name="Text 1"/>
          <p:cNvSpPr/>
          <p:nvPr>
            <p:ph idx="105" type="title" hasCustomPrompt="1"/>
          </p:nvPr>
        </p:nvSpPr>
        <p:spPr>
          <a:xfrm>
            <a:off x="2560320" y="1463040"/>
            <a:ext cx="6126480" cy="2194560"/>
          </a:xfrm>
          <a:prstGeom prst="rect">
            <a:avLst/>
          </a:prstGeom>
          <a:noFill/>
          <a:ln/>
        </p:spPr>
        <p:txBody>
          <a:bodyPr wrap="square" lIns="0" tIns="0" rIns="0" bIns="0" rtlCol="0" anchor="ctr">
            <a:normAutofit/>
          </a:bodyPr>
          <a:lstStyle/>
          <a:p>
            <a:pPr algn="l" indent="0" marL="0">
              <a:buNone/>
            </a:pPr>
            <a:r>
              <a:rPr lang="pt-BR" altLang="en-US" sz="3400" b="1" dirty="0">
                <a:solidFill>
                  <a:schemeClr val="bg2"/>
                </a:solidFill>
              </a:rPr>
              <a:t>Uma seção para cada parte da agenda</a:t>
            </a:r>
            <a:endParaRPr lang="pt-BR" sz="3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Texto no slide</a:t>
            </a:r>
            <a:endParaRPr lang="pt-BR" sz="2800" dirty="0"/>
          </a:p>
        </p:txBody>
      </p:sp>
      <p:sp>
        <p:nvSpPr>
          <p:cNvPr id="4" name="Text 1"/>
          <p:cNvSpPr/>
          <p:nvPr>
            <p:ph idx="104" type="body" hasCustomPrompt="1"/>
          </p:nvPr>
        </p:nvSpPr>
        <p:spPr>
          <a:xfrm>
            <a:off x="457200" y="1417320"/>
            <a:ext cx="3886200" cy="457200"/>
          </a:xfrm>
          <a:prstGeom prst="rect">
            <a:avLst/>
          </a:prstGeom>
          <a:noFill/>
          <a:ln/>
        </p:spPr>
        <p:txBody>
          <a:bodyPr wrap="square" lIns="0" tIns="0" rIns="0" bIns="0" rtlCol="0" anchor="t">
            <a:normAutofit/>
          </a:bodyPr>
          <a:lstStyle/>
          <a:p>
            <a:pPr indent="0" marL="0">
              <a:buNone/>
            </a:pPr>
            <a:r>
              <a:rPr lang="pt-BR" altLang="en-US" sz="2200" b="1" dirty="0">
                <a:solidFill>
                  <a:schemeClr val="accent1"/>
                </a:solidFill>
                <a:latin typeface="Cascadia Mono" pitchFamily="34" charset="0"/>
                <a:ea typeface="Cascadia Mono" pitchFamily="34" charset="-122"/>
                <a:cs typeface="Cascadia Mono" pitchFamily="34" charset="-120"/>
              </a:rPr>
              <a:t>Em vez de</a:t>
            </a:r>
            <a:endParaRPr lang="pt-BR" sz="2200" dirty="0"/>
          </a:p>
        </p:txBody>
      </p:sp>
      <p:sp>
        <p:nvSpPr>
          <p:cNvPr id="5" name="Text 1"/>
          <p:cNvSpPr/>
          <p:nvPr>
            <p:ph idx="105" type="body" hasCustomPrompt="1"/>
          </p:nvPr>
        </p:nvSpPr>
        <p:spPr>
          <a:xfrm>
            <a:off x="457200" y="2011680"/>
            <a:ext cx="3886200" cy="242316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bg2"/>
                </a:solidFill>
              </a:rPr>
              <a:t>Parágrafos inteiros</a:t>
            </a:r>
            <a:endParaRPr lang="pt-BR" sz="2000" dirty="0"/>
          </a:p>
          <a:p>
            <a:pPr marL="342900" indent="-342900">
              <a:spcAft>
                <a:spcPts val="1000"/>
              </a:spcAft>
              <a:buSzPct val="100000"/>
              <a:buChar char="•"/>
            </a:pPr>
            <a:r>
              <a:rPr lang="pt-BR" altLang="en-US" sz="2000" dirty="0">
                <a:solidFill>
                  <a:schemeClr val="bg2"/>
                </a:solidFill>
              </a:rPr>
              <a:t>Ler o slide em voz alta</a:t>
            </a:r>
            <a:endParaRPr lang="pt-BR" sz="2000" dirty="0"/>
          </a:p>
          <a:p>
            <a:pPr marL="342900" indent="-342900">
              <a:spcAft>
                <a:spcPts val="1000"/>
              </a:spcAft>
              <a:buSzPct val="100000"/>
              <a:buChar char="•"/>
            </a:pPr>
            <a:r>
              <a:rPr lang="pt-BR" altLang="en-US" sz="2000" dirty="0">
                <a:solidFill>
                  <a:schemeClr val="bg2"/>
                </a:solidFill>
              </a:rPr>
              <a:t>Diminuir a fonte para caber</a:t>
            </a:r>
            <a:endParaRPr lang="pt-BR" sz="2000" dirty="0"/>
          </a:p>
          <a:p>
            <a:pPr marL="342900" indent="-342900">
              <a:spcAft>
                <a:spcPts val="1000"/>
              </a:spcAft>
              <a:buSzPct val="100000"/>
              <a:buChar char="•"/>
            </a:pPr>
            <a:r>
              <a:rPr lang="pt-BR" altLang="en-US" sz="2000" dirty="0">
                <a:solidFill>
                  <a:schemeClr val="bg2"/>
                </a:solidFill>
              </a:rPr>
              <a:t>A “colinha” no slide</a:t>
            </a:r>
            <a:endParaRPr lang="pt-BR" sz="2000" dirty="0"/>
          </a:p>
        </p:txBody>
      </p:sp>
      <p:sp>
        <p:nvSpPr>
          <p:cNvPr id="6" name="Text 1"/>
          <p:cNvSpPr/>
          <p:nvPr>
            <p:ph idx="106" type="body" hasCustomPrompt="1"/>
          </p:nvPr>
        </p:nvSpPr>
        <p:spPr>
          <a:xfrm>
            <a:off x="4800600" y="1417320"/>
            <a:ext cx="3886200" cy="457200"/>
          </a:xfrm>
          <a:prstGeom prst="rect">
            <a:avLst/>
          </a:prstGeom>
          <a:noFill/>
          <a:ln/>
        </p:spPr>
        <p:txBody>
          <a:bodyPr wrap="square" lIns="0" tIns="0" rIns="0" bIns="0" rtlCol="0" anchor="t">
            <a:normAutofit/>
          </a:bodyPr>
          <a:lstStyle/>
          <a:p>
            <a:pPr indent="0" marL="0">
              <a:buNone/>
            </a:pPr>
            <a:r>
              <a:rPr lang="pt-BR" altLang="en-US" sz="2200" b="1" dirty="0">
                <a:solidFill>
                  <a:schemeClr val="accent1"/>
                </a:solidFill>
                <a:latin typeface="Cascadia Mono" pitchFamily="34" charset="0"/>
                <a:ea typeface="Cascadia Mono" pitchFamily="34" charset="-122"/>
                <a:cs typeface="Cascadia Mono" pitchFamily="34" charset="-120"/>
              </a:rPr>
              <a:t>Experimente</a:t>
            </a:r>
            <a:endParaRPr lang="pt-BR" sz="2200" dirty="0"/>
          </a:p>
        </p:txBody>
      </p:sp>
      <p:sp>
        <p:nvSpPr>
          <p:cNvPr id="7" name="Text 1"/>
          <p:cNvSpPr/>
          <p:nvPr>
            <p:ph idx="107" type="body" hasCustomPrompt="1"/>
          </p:nvPr>
        </p:nvSpPr>
        <p:spPr>
          <a:xfrm>
            <a:off x="4800600" y="2011680"/>
            <a:ext cx="3886200" cy="242316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bg2"/>
                </a:solidFill>
              </a:rPr>
              <a:t>Uma ideia por slide</a:t>
            </a:r>
            <a:endParaRPr lang="pt-BR" sz="2000" dirty="0"/>
          </a:p>
          <a:p>
            <a:pPr marL="342900" indent="-342900">
              <a:spcAft>
                <a:spcPts val="1000"/>
              </a:spcAft>
              <a:buSzPct val="100000"/>
              <a:buChar char="•"/>
            </a:pPr>
            <a:r>
              <a:rPr lang="pt-BR" altLang="en-US" sz="2000" dirty="0">
                <a:solidFill>
                  <a:schemeClr val="bg2"/>
                </a:solidFill>
              </a:rPr>
              <a:t>Falar o que o slide não diz</a:t>
            </a:r>
            <a:endParaRPr lang="pt-BR" sz="2000" dirty="0"/>
          </a:p>
          <a:p>
            <a:pPr marL="342900" indent="-342900">
              <a:spcAft>
                <a:spcPts val="1000"/>
              </a:spcAft>
              <a:buSzPct val="100000"/>
              <a:buChar char="•"/>
            </a:pPr>
            <a:r>
              <a:rPr lang="pt-BR" altLang="en-US" sz="2000" dirty="0">
                <a:solidFill>
                  <a:schemeClr val="bg2"/>
                </a:solidFill>
              </a:rPr>
              <a:t>Dividir em dois slides</a:t>
            </a:r>
            <a:endParaRPr lang="pt-BR" sz="2000" dirty="0"/>
          </a:p>
          <a:p>
            <a:pPr marL="342900" indent="-342900">
              <a:spcAft>
                <a:spcPts val="1000"/>
              </a:spcAft>
              <a:buSzPct val="100000"/>
              <a:buChar char="•"/>
            </a:pPr>
            <a:r>
              <a:rPr lang="pt-BR" altLang="en-US" sz="2000" dirty="0">
                <a:solidFill>
                  <a:schemeClr val="bg2"/>
                </a:solidFill>
              </a:rPr>
              <a:t>A “colinha” nas anotações do slide</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Imagens que explicam</a:t>
            </a:r>
            <a:endParaRPr lang="pt-BR" sz="2800" dirty="0"/>
          </a:p>
        </p:txBody>
      </p:sp>
      <p:sp>
        <p:nvSpPr>
          <p:cNvPr id="4" name="Text 1"/>
          <p:cNvSpPr/>
          <p:nvPr>
            <p:ph idx="104" type="body" hasCustomPrompt="1"/>
          </p:nvPr>
        </p:nvSpPr>
        <p:spPr>
          <a:xfrm>
            <a:off x="457200" y="1417320"/>
            <a:ext cx="4023360" cy="30175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bg2"/>
                </a:solidFill>
              </a:rPr>
              <a:t>Um diagrama no lugar de um parágrafo</a:t>
            </a:r>
            <a:endParaRPr lang="pt-BR" sz="2000" dirty="0"/>
          </a:p>
          <a:p>
            <a:pPr marL="342900" indent="-342900">
              <a:spcAft>
                <a:spcPts val="1000"/>
              </a:spcAft>
              <a:buSzPct val="100000"/>
              <a:buChar char="•"/>
            </a:pPr>
            <a:r>
              <a:rPr lang="pt-BR" altLang="en-US" sz="2000" dirty="0">
                <a:solidFill>
                  <a:schemeClr val="bg2"/>
                </a:solidFill>
              </a:rPr>
              <a:t>Uma imagem por ideia</a:t>
            </a:r>
            <a:endParaRPr lang="pt-BR" sz="2000" dirty="0"/>
          </a:p>
          <a:p>
            <a:pPr marL="342900" indent="-342900">
              <a:spcAft>
                <a:spcPts val="1000"/>
              </a:spcAft>
              <a:buSzPct val="100000"/>
              <a:buChar char="•"/>
            </a:pPr>
            <a:r>
              <a:rPr lang="pt-BR" altLang="en-US" sz="2000" dirty="0">
                <a:solidFill>
                  <a:schemeClr val="bg2"/>
                </a:solidFill>
              </a:rPr>
              <a:t>Descreva para quem não vê</a:t>
            </a:r>
            <a:endParaRPr lang="pt-BR" sz="2000" dirty="0"/>
          </a:p>
        </p:txBody>
      </p:sp>
      <p:sp>
        <p:nvSpPr>
          <p:cNvPr id="5" name="Text 1"/>
          <p:cNvSpPr/>
          <p:nvPr>
            <p:ph idx="105" hasCustomPrompt="1"/>
          </p:nvPr>
        </p:nvSpPr>
        <p:spPr>
          <a:xfrm>
            <a:off x="4846320" y="1417320"/>
            <a:ext cx="3840480" cy="3017520"/>
          </a:xfrm>
          <a:prstGeom prst="rect">
            <a:avLst/>
          </a:prstGeom>
          <a:solidFill>
            <a:srgbClr val="242424"/>
          </a:solidFill>
          <a:ln w="12700">
            <a:solidFill>
              <a:srgbClr val="3A3A3A"/>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4" type="title" hasCustomPrompt="1"/>
          </p:nvPr>
        </p:nvSpPr>
        <p:spPr>
          <a:xfrm>
            <a:off x="4480560" y="384048"/>
            <a:ext cx="420624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Licença e crédito</a:t>
            </a:r>
            <a:endParaRPr lang="pt-BR" sz="2800" dirty="0"/>
          </a:p>
        </p:txBody>
      </p:sp>
      <p:sp>
        <p:nvSpPr>
          <p:cNvPr id="4" name="Text 1"/>
          <p:cNvSpPr/>
          <p:nvPr>
            <p:ph idx="105" type="body" hasCustomPrompt="1"/>
          </p:nvPr>
        </p:nvSpPr>
        <p:spPr>
          <a:xfrm>
            <a:off x="4480560" y="1417320"/>
            <a:ext cx="4206240" cy="30175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bg2"/>
                </a:solidFill>
              </a:rPr>
              <a:t>Fotos suas ou de licença livre</a:t>
            </a:r>
            <a:endParaRPr lang="pt-BR" sz="2000" dirty="0"/>
          </a:p>
          <a:p>
            <a:pPr marL="342900" indent="-342900">
              <a:spcAft>
                <a:spcPts val="1000"/>
              </a:spcAft>
              <a:buSzPct val="100000"/>
              <a:buChar char="•"/>
            </a:pPr>
            <a:r>
              <a:rPr lang="pt-BR" altLang="en-US" sz="2000" dirty="0">
                <a:solidFill>
                  <a:schemeClr val="bg2"/>
                </a:solidFill>
              </a:rPr>
              <a:t>A licença permite este uso?</a:t>
            </a:r>
            <a:endParaRPr lang="pt-BR" sz="2000" dirty="0"/>
          </a:p>
          <a:p>
            <a:pPr marL="342900" indent="-342900">
              <a:spcAft>
                <a:spcPts val="1000"/>
              </a:spcAft>
              <a:buSzPct val="100000"/>
              <a:buChar char="•"/>
            </a:pPr>
            <a:r>
              <a:rPr lang="pt-BR" altLang="en-US" sz="2000" dirty="0">
                <a:solidFill>
                  <a:schemeClr val="bg2"/>
                </a:solidFill>
              </a:rPr>
              <a:t>Crédito da autoria no slide</a:t>
            </a:r>
            <a:endParaRPr lang="pt-BR" sz="2000" dirty="0"/>
          </a:p>
          <a:p>
            <a:pPr marL="342900" indent="-342900">
              <a:spcAft>
                <a:spcPts val="1000"/>
              </a:spcAft>
              <a:buSzPct val="100000"/>
              <a:buChar char="•"/>
            </a:pPr>
            <a:r>
              <a:rPr lang="pt-BR" altLang="en-US" sz="2000" dirty="0">
                <a:solidFill>
                  <a:schemeClr val="bg2"/>
                </a:solidFill>
              </a:rPr>
              <a:t>Pelo menos 1000 px de altura</a:t>
            </a:r>
            <a:endParaRPr lang="pt-BR" sz="2000" dirty="0"/>
          </a:p>
        </p:txBody>
      </p:sp>
      <p:sp>
        <p:nvSpPr>
          <p:cNvPr id="5" name="Text 1"/>
          <p:cNvSpPr/>
          <p:nvPr>
            <p:ph idx="103" hasCustomPrompt="1"/>
          </p:nvPr>
        </p:nvSpPr>
        <p:spPr>
          <a:xfrm>
            <a:off x="0" y="0"/>
            <a:ext cx="4023360" cy="5143500"/>
          </a:xfrm>
          <a:prstGeom prst="rect">
            <a:avLst/>
          </a:prstGeom>
          <a:solidFill>
            <a:srgbClr val="242424"/>
          </a:solidFill>
          <a:ln w="12700">
            <a:solidFill>
              <a:srgbClr val="3A3A3A"/>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Capturas de tela legíveis</a:t>
            </a:r>
            <a:endParaRPr lang="pt-BR" sz="2800" dirty="0"/>
          </a:p>
        </p:txBody>
      </p:sp>
      <p:sp>
        <p:nvSpPr>
          <p:cNvPr id="4" name="Text 1"/>
          <p:cNvSpPr/>
          <p:nvPr>
            <p:ph idx="105" type="body" hasCustomPrompt="1"/>
          </p:nvPr>
        </p:nvSpPr>
        <p:spPr>
          <a:xfrm>
            <a:off x="457200" y="3794760"/>
            <a:ext cx="2560320" cy="685800"/>
          </a:xfrm>
          <a:prstGeom prst="rect">
            <a:avLst/>
          </a:prstGeom>
          <a:noFill/>
          <a:ln/>
        </p:spPr>
        <p:txBody>
          <a:bodyPr wrap="square" lIns="0" tIns="0" rIns="0" bIns="0" rtlCol="0" anchor="t">
            <a:normAutofit/>
          </a:bodyPr>
          <a:lstStyle/>
          <a:p>
            <a:pPr indent="0" marL="0">
              <a:buNone/>
            </a:pPr>
            <a:r>
              <a:rPr lang="pt-BR" altLang="en-US" sz="1800" dirty="0">
                <a:solidFill>
                  <a:schemeClr val="bg2"/>
                </a:solidFill>
              </a:rPr>
              <a:t>Só a parte que importa</a:t>
            </a:r>
            <a:endParaRPr lang="pt-BR" sz="1800" dirty="0"/>
          </a:p>
        </p:txBody>
      </p:sp>
      <p:sp>
        <p:nvSpPr>
          <p:cNvPr id="5" name="Text 1"/>
          <p:cNvSpPr/>
          <p:nvPr>
            <p:ph idx="107" type="body" hasCustomPrompt="1"/>
          </p:nvPr>
        </p:nvSpPr>
        <p:spPr>
          <a:xfrm>
            <a:off x="3291840" y="3794760"/>
            <a:ext cx="2560320" cy="685800"/>
          </a:xfrm>
          <a:prstGeom prst="rect">
            <a:avLst/>
          </a:prstGeom>
          <a:noFill/>
          <a:ln/>
        </p:spPr>
        <p:txBody>
          <a:bodyPr wrap="square" lIns="0" tIns="0" rIns="0" bIns="0" rtlCol="0" anchor="t">
            <a:normAutofit/>
          </a:bodyPr>
          <a:lstStyle/>
          <a:p>
            <a:pPr indent="0" marL="0">
              <a:buNone/>
            </a:pPr>
            <a:r>
              <a:rPr lang="pt-BR" altLang="en-US" sz="1800" dirty="0">
                <a:solidFill>
                  <a:schemeClr val="bg2"/>
                </a:solidFill>
              </a:rPr>
              <a:t>Fonte grande antes de capturar</a:t>
            </a:r>
            <a:endParaRPr lang="pt-BR" sz="1800" dirty="0"/>
          </a:p>
        </p:txBody>
      </p:sp>
      <p:sp>
        <p:nvSpPr>
          <p:cNvPr id="6" name="Text 1"/>
          <p:cNvSpPr/>
          <p:nvPr>
            <p:ph idx="109" type="body" hasCustomPrompt="1"/>
          </p:nvPr>
        </p:nvSpPr>
        <p:spPr>
          <a:xfrm>
            <a:off x="6126480" y="3794760"/>
            <a:ext cx="2560320" cy="685800"/>
          </a:xfrm>
          <a:prstGeom prst="rect">
            <a:avLst/>
          </a:prstGeom>
          <a:noFill/>
          <a:ln/>
        </p:spPr>
        <p:txBody>
          <a:bodyPr wrap="square" lIns="0" tIns="0" rIns="0" bIns="0" rtlCol="0" anchor="t">
            <a:normAutofit/>
          </a:bodyPr>
          <a:lstStyle/>
          <a:p>
            <a:pPr indent="0" marL="0">
              <a:buNone/>
            </a:pPr>
            <a:r>
              <a:rPr lang="pt-BR" altLang="en-US" sz="1800" dirty="0">
                <a:solidFill>
                  <a:schemeClr val="bg2"/>
                </a:solidFill>
              </a:rPr>
              <a:t>Sem senhas, tokens nem e-mails</a:t>
            </a:r>
            <a:endParaRPr lang="pt-BR" sz="1800" dirty="0"/>
          </a:p>
        </p:txBody>
      </p:sp>
      <p:sp>
        <p:nvSpPr>
          <p:cNvPr id="7" name="Text 1"/>
          <p:cNvSpPr/>
          <p:nvPr>
            <p:ph idx="104" hasCustomPrompt="1"/>
          </p:nvPr>
        </p:nvSpPr>
        <p:spPr>
          <a:xfrm>
            <a:off x="457200" y="1417320"/>
            <a:ext cx="2560320" cy="2240280"/>
          </a:xfrm>
          <a:prstGeom prst="rect">
            <a:avLst/>
          </a:prstGeom>
          <a:solidFill>
            <a:srgbClr val="242424"/>
          </a:solidFill>
          <a:ln w="12700">
            <a:solidFill>
              <a:srgbClr val="3A3A3A"/>
            </a:solidFill>
          </a:ln>
        </p:spPr>
        <p:txBody>
          <a:bodyPr wrap="square" lIns="0" tIns="0" rIns="0" bIns="0" rtlCol="0" anchor="ctr"/>
          <a:lstStyle/>
          <a:p>
            <a:pPr algn="ctr" indent="0" marL="0">
              <a:buNone/>
            </a:pPr>
            <a:endParaRPr lang="pt-BR" sz="1400" dirty="0"/>
          </a:p>
        </p:txBody>
      </p:sp>
      <p:sp>
        <p:nvSpPr>
          <p:cNvPr id="8" name="Text 1"/>
          <p:cNvSpPr/>
          <p:nvPr>
            <p:ph idx="106" hasCustomPrompt="1"/>
          </p:nvPr>
        </p:nvSpPr>
        <p:spPr>
          <a:xfrm>
            <a:off x="3291840" y="1417320"/>
            <a:ext cx="2560320" cy="2240280"/>
          </a:xfrm>
          <a:prstGeom prst="rect">
            <a:avLst/>
          </a:prstGeom>
          <a:solidFill>
            <a:srgbClr val="242424"/>
          </a:solidFill>
          <a:ln w="12700">
            <a:solidFill>
              <a:srgbClr val="3A3A3A"/>
            </a:solidFill>
          </a:ln>
        </p:spPr>
        <p:txBody>
          <a:bodyPr wrap="square" lIns="0" tIns="0" rIns="0" bIns="0" rtlCol="0" anchor="ctr"/>
          <a:lstStyle/>
          <a:p>
            <a:pPr algn="ctr" indent="0" marL="0">
              <a:buNone/>
            </a:pPr>
            <a:endParaRPr lang="pt-BR" sz="1400" dirty="0"/>
          </a:p>
        </p:txBody>
      </p:sp>
      <p:sp>
        <p:nvSpPr>
          <p:cNvPr id="9" name="Text 1"/>
          <p:cNvSpPr/>
          <p:nvPr>
            <p:ph idx="108" hasCustomPrompt="1"/>
          </p:nvPr>
        </p:nvSpPr>
        <p:spPr>
          <a:xfrm>
            <a:off x="6126480" y="1417320"/>
            <a:ext cx="2560320" cy="2240280"/>
          </a:xfrm>
          <a:prstGeom prst="rect">
            <a:avLst/>
          </a:prstGeom>
          <a:solidFill>
            <a:srgbClr val="242424"/>
          </a:solidFill>
          <a:ln w="12700">
            <a:solidFill>
              <a:srgbClr val="3A3A3A"/>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Código: 8 linhas cabem bem</a:t>
            </a:r>
            <a:endParaRPr lang="pt-BR" sz="2800" dirty="0"/>
          </a:p>
        </p:txBody>
      </p:sp>
      <p:sp>
        <p:nvSpPr>
          <p:cNvPr id="4" name="Text 2"/>
          <p:cNvSpPr/>
          <p:nvPr>
            <p:ph idx="105" type="body" hasCustomPrompt="1"/>
          </p:nvPr>
        </p:nvSpPr>
        <p:spPr>
          <a:xfrm>
            <a:off x="685800" y="1554480"/>
            <a:ext cx="7772400" cy="2377440"/>
          </a:xfrm>
          <a:prstGeom prst="rect">
            <a:avLst/>
          </a:prstGeom>
          <a:noFill/>
          <a:ln/>
        </p:spPr>
        <p:txBody>
          <a:bodyPr wrap="square" lIns="0" tIns="0" rIns="0" bIns="0" rtlCol="0" anchor="t">
            <a:normAutofit/>
          </a:bodyPr>
          <a:lstStyle/>
          <a:p>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@dataclass</a:t>
            </a:r>
            <a:endParaRPr lang="pt-BR" sz="1500" dirty="0"/>
          </a:p>
          <a:p>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class</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Palestra</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titulo: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str</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duracao_min: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int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E81FF"/>
                </a:solidFill>
                <a:latin typeface="Cascadia Mono" pitchFamily="34" charset="0"/>
                <a:ea typeface="Cascadia Mono" pitchFamily="34" charset="-122"/>
                <a:cs typeface="Cascadia Mono" pitchFamily="34" charset="-120"/>
              </a:rPr>
              <a:t>25</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def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cabe_no_slot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pPr indent="0" marL="0">
              <a:lnSpc>
                <a:spcPts val="1700"/>
              </a:lnSpc>
              <a:buNone/>
            </a:pPr>
            <a:r>
              <a:rPr lang="pt-BR" altLang="en-US" sz="1500" i="1" dirty="0">
                <a:solidFill>
                  <a:srgbClr val="FD971F"/>
                </a:solidFill>
                <a:latin typeface="Cascadia Mono" pitchFamily="34" charset="0"/>
                <a:ea typeface="Cascadia Mono" pitchFamily="34" charset="-122"/>
                <a:cs typeface="Cascadia Mono" pitchFamily="34" charset="-120"/>
              </a:rPr>
              <a:t>self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FD971F"/>
                </a:solidFill>
                <a:latin typeface="Cascadia Mono" pitchFamily="34" charset="0"/>
                <a:ea typeface="Cascadia Mono" pitchFamily="34" charset="-122"/>
                <a:cs typeface="Cascadia Mono" pitchFamily="34" charset="-120"/>
              </a:rPr>
              <a:t>slot_min</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int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-&gt;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bool</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88846F"/>
                </a:solidFill>
                <a:latin typeface="Cascadia Mono" pitchFamily="34" charset="0"/>
                <a:ea typeface="Cascadia Mono" pitchFamily="34" charset="-122"/>
                <a:cs typeface="Cascadia Mono" pitchFamily="34" charset="-120"/>
              </a:rPr>
              <a:t># Reserva 5 minutos para perguntas</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return</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D971F"/>
                </a:solidFill>
                <a:latin typeface="Cascadia Mono" pitchFamily="34" charset="0"/>
                <a:ea typeface="Cascadia Mono" pitchFamily="34" charset="-122"/>
                <a:cs typeface="Cascadia Mono" pitchFamily="34" charset="-120"/>
              </a:rPr>
              <a:t>self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.duracao_min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E81FF"/>
                </a:solidFill>
                <a:latin typeface="Cascadia Mono" pitchFamily="34" charset="0"/>
                <a:ea typeface="Cascadia Mono" pitchFamily="34" charset="-122"/>
                <a:cs typeface="Cascadia Mono" pitchFamily="34" charset="-120"/>
              </a:rPr>
              <a:t>5</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&lt;=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slot_min</a:t>
            </a:r>
            <a:endParaRPr lang="pt-BR" sz="1500" dirty="0"/>
          </a:p>
        </p:txBody>
      </p:sp>
      <p:sp>
        <p:nvSpPr>
          <p:cNvPr id="5" name="Text 2"/>
          <p:cNvSpPr/>
          <p:nvPr>
            <p:ph idx="106" type="body" hasCustomPrompt="1"/>
          </p:nvPr>
        </p:nvSpPr>
        <p:spPr>
          <a:xfrm>
            <a:off x="457200" y="4114800"/>
            <a:ext cx="8229600" cy="365760"/>
          </a:xfrm>
          <a:prstGeom prst="rect">
            <a:avLst/>
          </a:prstGeom>
          <a:noFill/>
          <a:ln/>
        </p:spPr>
        <p:txBody>
          <a:bodyPr wrap="square" lIns="0" tIns="0" rIns="0" bIns="0" rtlCol="0" anchor="ctr">
            <a:normAutofit/>
          </a:bodyPr>
          <a:lstStyle/>
          <a:p>
            <a:pPr indent="0" marL="0">
              <a:spcAft>
                <a:spcPts val="1000"/>
              </a:spcAft>
              <a:buNone/>
            </a:pPr>
            <a:r>
              <a:rPr lang="pt-BR" altLang="en-US" sz="1600" b="1" dirty="0">
                <a:solidFill>
                  <a:schemeClr val="bg2"/>
                </a:solidFill>
              </a:rPr>
              <a:t>Dica: </a:t>
            </a:r>
            <a:pPr indent="0" marL="0">
              <a:spcAft>
                <a:spcPts val="1000"/>
              </a:spcAft>
              <a:buNone/>
            </a:pPr>
            <a:r>
              <a:rPr lang="pt-BR" altLang="en-US" sz="1600" dirty="0">
                <a:solidFill>
                  <a:schemeClr val="bg2"/>
                </a:solidFill>
              </a:rPr>
              <a:t>gere o código colorido no slidesnippet.com, tema Monokai, fundo #1A1A1A.</a:t>
            </a:r>
            <a:endParaRPr lang="pt-BR" sz="1600" dirty="0"/>
          </a:p>
        </p:txBody>
      </p:sp>
      <p:pic>
        <p:nvPicPr>
          <p:cNvPr id="6" name="Image 0" descr="Figurinha do mago digitando no teclado">    </p:cNvPr>
          <p:cNvPicPr>
            <a:picLocks noChangeAspect="1"/>
          </p:cNvPicPr>
          <p:nvPr/>
        </p:nvPicPr>
        <p:blipFill>
          <a:blip r:embed="rId1"/>
          <a:stretch>
            <a:fillRect/>
          </a:stretch>
        </p:blipFill>
        <p:spPr>
          <a:xfrm>
            <a:off x="7498080" y="2514600"/>
            <a:ext cx="1116428" cy="1463040"/>
          </a:xfrm>
          <a:prstGeom prst="rect">
            <a:avLst/>
          </a:prstGeom>
        </p:spPr>
      </p:pic>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Um exemplo menor também ensina</a:t>
            </a:r>
            <a:endParaRPr lang="pt-BR" sz="2800" dirty="0"/>
          </a:p>
        </p:txBody>
      </p:sp>
      <p:sp>
        <p:nvSpPr>
          <p:cNvPr id="4" name="Text 1"/>
          <p:cNvSpPr/>
          <p:nvPr>
            <p:ph idx="104" type="body" hasCustomPrompt="1"/>
          </p:nvPr>
        </p:nvSpPr>
        <p:spPr>
          <a:xfrm>
            <a:off x="457200" y="1371600"/>
            <a:ext cx="3931920" cy="411480"/>
          </a:xfrm>
          <a:prstGeom prst="rect">
            <a:avLst/>
          </a:prstGeom>
          <a:noFill/>
          <a:ln/>
        </p:spPr>
        <p:txBody>
          <a:bodyPr wrap="square" lIns="0" tIns="0" rIns="0" bIns="0" rtlCol="0" anchor="t">
            <a:normAutofit/>
          </a:bodyPr>
          <a:lstStyle/>
          <a:p>
            <a:pPr indent="0" marL="0">
              <a:buNone/>
            </a:pPr>
            <a:r>
              <a:rPr lang="pt-BR" altLang="en-US" sz="2000" b="1" dirty="0">
                <a:solidFill>
                  <a:schemeClr val="accent1"/>
                </a:solidFill>
                <a:latin typeface="Cascadia Mono" pitchFamily="34" charset="0"/>
                <a:ea typeface="Cascadia Mono" pitchFamily="34" charset="-122"/>
                <a:cs typeface="Cascadia Mono" pitchFamily="34" charset="-120"/>
              </a:rPr>
              <a:t>20 linhas, letra miúda :(</a:t>
            </a:r>
            <a:endParaRPr lang="pt-BR" sz="2000" dirty="0"/>
          </a:p>
        </p:txBody>
      </p:sp>
      <p:sp>
        <p:nvSpPr>
          <p:cNvPr id="5" name="Text 2"/>
          <p:cNvSpPr/>
          <p:nvPr>
            <p:ph idx="106" type="body" hasCustomPrompt="1"/>
          </p:nvPr>
        </p:nvSpPr>
        <p:spPr>
          <a:xfrm>
            <a:off x="685800" y="2011680"/>
            <a:ext cx="3474720" cy="2377440"/>
          </a:xfrm>
          <a:prstGeom prst="rect">
            <a:avLst/>
          </a:prstGeom>
          <a:noFill/>
          <a:ln/>
        </p:spPr>
        <p:txBody>
          <a:bodyPr wrap="square" lIns="0" tIns="0" rIns="0" bIns="0" rtlCol="0" anchor="t">
            <a:normAutofit/>
          </a:bodyPr>
          <a:lstStyle/>
          <a:p>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from</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dataclasses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import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dataclass</a:t>
            </a:r>
            <a:endParaRPr lang="pt-BR" sz="1500" dirty="0"/>
          </a:p>
          <a:p>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from</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datetime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import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datetime, timedelta</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750"/>
              </a:lnSpc>
              <a:buNone/>
            </a:pPr>
            <a:r>
              <a:rPr lang="pt-BR" altLang="en-US" sz="600" dirty="0">
                <a:solidFill>
                  <a:srgbClr val="A6E22E"/>
                </a:solidFill>
                <a:latin typeface="Cascadia Mono" pitchFamily="34" charset="0"/>
                <a:ea typeface="Cascadia Mono" pitchFamily="34" charset="-122"/>
                <a:cs typeface="Cascadia Mono" pitchFamily="34" charset="-120"/>
              </a:rPr>
              <a:t>@dataclass</a:t>
            </a:r>
            <a:endParaRPr lang="pt-BR" sz="1500" dirty="0"/>
          </a:p>
          <a:p>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class</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6E22E"/>
                </a:solidFill>
                <a:latin typeface="Cascadia Mono" pitchFamily="34" charset="0"/>
                <a:ea typeface="Cascadia Mono" pitchFamily="34" charset="-122"/>
                <a:cs typeface="Cascadia Mono" pitchFamily="34" charset="-120"/>
              </a:rPr>
              <a:t>Palestra</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titulo: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str</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inicio: datetime</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duracao_min: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int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E81FF"/>
                </a:solidFill>
                <a:latin typeface="Cascadia Mono" pitchFamily="34" charset="0"/>
                <a:ea typeface="Cascadia Mono" pitchFamily="34" charset="-122"/>
                <a:cs typeface="Cascadia Mono" pitchFamily="34" charset="-120"/>
              </a:rPr>
              <a:t>25</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6E22E"/>
                </a:solidFill>
                <a:latin typeface="Cascadia Mono" pitchFamily="34" charset="0"/>
                <a:ea typeface="Cascadia Mono" pitchFamily="34" charset="-122"/>
                <a:cs typeface="Cascadia Mono" pitchFamily="34" charset="-120"/>
              </a:rPr>
              <a:t>@</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property</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def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6E22E"/>
                </a:solidFill>
                <a:latin typeface="Cascadia Mono" pitchFamily="34" charset="0"/>
                <a:ea typeface="Cascadia Mono" pitchFamily="34" charset="-122"/>
                <a:cs typeface="Cascadia Mono" pitchFamily="34" charset="-120"/>
              </a:rPr>
              <a:t>fim</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a:t>
            </a:r>
            <a:pPr indent="0" marL="0">
              <a:lnSpc>
                <a:spcPts val="750"/>
              </a:lnSpc>
              <a:buNone/>
            </a:pPr>
            <a:r>
              <a:rPr lang="pt-BR" altLang="en-US" sz="600" i="1"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-&gt; datetime:</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return</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.inicio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timedelta(</a:t>
            </a:r>
            <a:pPr indent="0" marL="0">
              <a:lnSpc>
                <a:spcPts val="750"/>
              </a:lnSpc>
              <a:buNone/>
            </a:pPr>
            <a:r>
              <a:rPr lang="pt-BR" altLang="en-US" sz="600" i="1" dirty="0">
                <a:solidFill>
                  <a:srgbClr val="FD971F"/>
                </a:solidFill>
                <a:latin typeface="Cascadia Mono" pitchFamily="34" charset="0"/>
                <a:ea typeface="Cascadia Mono" pitchFamily="34" charset="-122"/>
                <a:cs typeface="Cascadia Mono" pitchFamily="34" charset="-120"/>
              </a:rPr>
              <a:t>minutes</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a:t>
            </a:r>
            <a:pPr indent="0" marL="0">
              <a:lnSpc>
                <a:spcPts val="750"/>
              </a:lnSpc>
              <a:buNone/>
            </a:pPr>
            <a:r>
              <a:rPr lang="pt-BR" altLang="en-US" sz="600"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.duracao_min)</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def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6E22E"/>
                </a:solidFill>
                <a:latin typeface="Cascadia Mono" pitchFamily="34" charset="0"/>
                <a:ea typeface="Cascadia Mono" pitchFamily="34" charset="-122"/>
                <a:cs typeface="Cascadia Mono" pitchFamily="34" charset="-120"/>
              </a:rPr>
              <a:t>conflita_com</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a:t>
            </a:r>
            <a:pPr indent="0" marL="0">
              <a:lnSpc>
                <a:spcPts val="750"/>
              </a:lnSpc>
              <a:buNone/>
            </a:pPr>
            <a:r>
              <a:rPr lang="pt-BR" altLang="en-US" sz="600" i="1"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i="1" dirty="0">
                <a:solidFill>
                  <a:srgbClr val="FD971F"/>
                </a:solidFill>
                <a:latin typeface="Cascadia Mono" pitchFamily="34" charset="0"/>
                <a:ea typeface="Cascadia Mono" pitchFamily="34" charset="-122"/>
                <a:cs typeface="Cascadia Mono" pitchFamily="34" charset="-120"/>
              </a:rPr>
              <a:t>outra</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E6DB74"/>
                </a:solidFill>
                <a:latin typeface="Cascadia Mono" pitchFamily="34" charset="0"/>
                <a:ea typeface="Cascadia Mono" pitchFamily="34" charset="-122"/>
                <a:cs typeface="Cascadia Mono" pitchFamily="34" charset="-120"/>
              </a:rPr>
              <a:t>"Palestra"</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-&gt;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bool</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return</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.inicio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&lt;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outra.fim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and</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outra.inicio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&lt;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.fim</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def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6E22E"/>
                </a:solidFill>
                <a:latin typeface="Cascadia Mono" pitchFamily="34" charset="0"/>
                <a:ea typeface="Cascadia Mono" pitchFamily="34" charset="-122"/>
                <a:cs typeface="Cascadia Mono" pitchFamily="34" charset="-120"/>
              </a:rPr>
              <a:t>cabe_no_slot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a:t>
            </a:r>
            <a:pPr indent="0" marL="0">
              <a:lnSpc>
                <a:spcPts val="750"/>
              </a:lnSpc>
              <a:buNone/>
            </a:pPr>
            <a:r>
              <a:rPr lang="pt-BR" altLang="en-US" sz="600" i="1"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i="1" dirty="0">
                <a:solidFill>
                  <a:srgbClr val="FD971F"/>
                </a:solidFill>
                <a:latin typeface="Cascadia Mono" pitchFamily="34" charset="0"/>
                <a:ea typeface="Cascadia Mono" pitchFamily="34" charset="-122"/>
                <a:cs typeface="Cascadia Mono" pitchFamily="34" charset="-120"/>
              </a:rPr>
              <a:t>slot_min</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int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-&gt; </a:t>
            </a:r>
            <a:pPr indent="0" marL="0">
              <a:lnSpc>
                <a:spcPts val="750"/>
              </a:lnSpc>
              <a:buNone/>
            </a:pPr>
            <a:r>
              <a:rPr lang="pt-BR" altLang="en-US" sz="600" i="1" dirty="0">
                <a:solidFill>
                  <a:srgbClr val="66D9EF"/>
                </a:solidFill>
                <a:latin typeface="Cascadia Mono" pitchFamily="34" charset="0"/>
                <a:ea typeface="Cascadia Mono" pitchFamily="34" charset="-122"/>
                <a:cs typeface="Cascadia Mono" pitchFamily="34" charset="-120"/>
              </a:rPr>
              <a:t>bool</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88846F"/>
                </a:solidFill>
                <a:latin typeface="Cascadia Mono" pitchFamily="34" charset="0"/>
                <a:ea typeface="Cascadia Mono" pitchFamily="34" charset="-122"/>
                <a:cs typeface="Cascadia Mono" pitchFamily="34" charset="-120"/>
              </a:rPr>
              <a:t># Reserva 5 minutos para perguntas</a:t>
            </a:r>
            <a:endParaRPr lang="pt-BR" sz="1500" dirty="0"/>
          </a:p>
          <a:p>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return</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D971F"/>
                </a:solidFill>
                <a:latin typeface="Cascadia Mono" pitchFamily="34" charset="0"/>
                <a:ea typeface="Cascadia Mono" pitchFamily="34" charset="-122"/>
                <a:cs typeface="Cascadia Mono" pitchFamily="34" charset="-120"/>
              </a:rPr>
              <a:t>self</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.duracao_min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AE81FF"/>
                </a:solidFill>
                <a:latin typeface="Cascadia Mono" pitchFamily="34" charset="0"/>
                <a:ea typeface="Cascadia Mono" pitchFamily="34" charset="-122"/>
                <a:cs typeface="Cascadia Mono" pitchFamily="34" charset="-120"/>
              </a:rPr>
              <a:t>5</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a:t>
            </a:r>
            <a:pPr indent="0" marL="0">
              <a:lnSpc>
                <a:spcPts val="750"/>
              </a:lnSpc>
              <a:buNone/>
            </a:pPr>
            <a:r>
              <a:rPr lang="pt-BR" altLang="en-US" sz="600" dirty="0">
                <a:solidFill>
                  <a:srgbClr val="F92672"/>
                </a:solidFill>
                <a:latin typeface="Cascadia Mono" pitchFamily="34" charset="0"/>
                <a:ea typeface="Cascadia Mono" pitchFamily="34" charset="-122"/>
                <a:cs typeface="Cascadia Mono" pitchFamily="34" charset="-120"/>
              </a:rPr>
              <a:t>&lt;=</a:t>
            </a:r>
            <a:pPr indent="0" marL="0">
              <a:lnSpc>
                <a:spcPts val="750"/>
              </a:lnSpc>
              <a:buNone/>
            </a:pPr>
            <a:r>
              <a:rPr lang="pt-BR" altLang="en-US" sz="600" dirty="0">
                <a:solidFill>
                  <a:srgbClr val="F8F8F2"/>
                </a:solidFill>
                <a:latin typeface="Cascadia Mono" pitchFamily="34" charset="0"/>
                <a:ea typeface="Cascadia Mono" pitchFamily="34" charset="-122"/>
                <a:cs typeface="Cascadia Mono" pitchFamily="34" charset="-120"/>
              </a:rPr>
              <a:t> slot_min</a:t>
            </a:r>
            <a:endParaRPr lang="pt-BR" sz="1500" dirty="0"/>
          </a:p>
        </p:txBody>
      </p:sp>
      <p:sp>
        <p:nvSpPr>
          <p:cNvPr id="6" name="Text 2"/>
          <p:cNvSpPr/>
          <p:nvPr>
            <p:ph idx="107" type="body" hasCustomPrompt="1"/>
          </p:nvPr>
        </p:nvSpPr>
        <p:spPr>
          <a:xfrm>
            <a:off x="4754880" y="1371600"/>
            <a:ext cx="3931920" cy="411480"/>
          </a:xfrm>
          <a:prstGeom prst="rect">
            <a:avLst/>
          </a:prstGeom>
          <a:noFill/>
          <a:ln/>
        </p:spPr>
        <p:txBody>
          <a:bodyPr wrap="square" lIns="0" tIns="0" rIns="0" bIns="0" rtlCol="0" anchor="t">
            <a:normAutofit/>
          </a:bodyPr>
          <a:lstStyle/>
          <a:p>
            <a:pPr indent="0" marL="0">
              <a:buNone/>
            </a:pPr>
            <a:r>
              <a:rPr lang="pt-BR" altLang="en-US" sz="2000" b="1" dirty="0">
                <a:solidFill>
                  <a:schemeClr val="accent1"/>
                </a:solidFill>
                <a:latin typeface="Cascadia Mono" pitchFamily="34" charset="0"/>
                <a:ea typeface="Cascadia Mono" pitchFamily="34" charset="-122"/>
                <a:cs typeface="Cascadia Mono" pitchFamily="34" charset="-120"/>
              </a:rPr>
              <a:t>4 linhas, letra grande :)</a:t>
            </a:r>
            <a:endParaRPr lang="pt-BR" sz="2000" dirty="0"/>
          </a:p>
        </p:txBody>
      </p:sp>
      <p:sp>
        <p:nvSpPr>
          <p:cNvPr id="7" name="Text 3"/>
          <p:cNvSpPr/>
          <p:nvPr>
            <p:ph idx="109" type="body" hasCustomPrompt="1"/>
          </p:nvPr>
        </p:nvSpPr>
        <p:spPr>
          <a:xfrm>
            <a:off x="4983480" y="2011680"/>
            <a:ext cx="3474720" cy="2377440"/>
          </a:xfrm>
          <a:prstGeom prst="rect">
            <a:avLst/>
          </a:prstGeom>
          <a:noFill/>
          <a:ln/>
        </p:spPr>
        <p:txBody>
          <a:bodyPr wrap="square" lIns="0" tIns="0" rIns="0" bIns="0" rtlCol="0" anchor="t">
            <a:normAutofit/>
          </a:bodyPr>
          <a:lstStyle/>
          <a:p>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def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cabe</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pPr indent="0" marL="0">
              <a:lnSpc>
                <a:spcPts val="1700"/>
              </a:lnSpc>
              <a:buNone/>
            </a:pPr>
            <a:r>
              <a:rPr lang="pt-BR" altLang="en-US" sz="1500" i="1" dirty="0">
                <a:solidFill>
                  <a:srgbClr val="FD971F"/>
                </a:solidFill>
                <a:latin typeface="Cascadia Mono" pitchFamily="34" charset="0"/>
                <a:ea typeface="Cascadia Mono" pitchFamily="34" charset="-122"/>
                <a:cs typeface="Cascadia Mono" pitchFamily="34" charset="-120"/>
              </a:rPr>
              <a:t>palestra</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FD971F"/>
                </a:solidFill>
                <a:latin typeface="Cascadia Mono" pitchFamily="34" charset="0"/>
                <a:ea typeface="Cascadia Mono" pitchFamily="34" charset="-122"/>
                <a:cs typeface="Cascadia Mono" pitchFamily="34" charset="-120"/>
              </a:rPr>
              <a:t>slot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88846F"/>
                </a:solidFill>
                <a:latin typeface="Cascadia Mono" pitchFamily="34" charset="0"/>
                <a:ea typeface="Cascadia Mono" pitchFamily="34" charset="-122"/>
                <a:cs typeface="Cascadia Mono" pitchFamily="34" charset="-120"/>
              </a:rPr>
              <a:t># 5 min para perguntas</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fim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palestra.duracao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E81FF"/>
                </a:solidFill>
                <a:latin typeface="Cascadia Mono" pitchFamily="34" charset="0"/>
                <a:ea typeface="Cascadia Mono" pitchFamily="34" charset="-122"/>
                <a:cs typeface="Cascadia Mono" pitchFamily="34" charset="-120"/>
              </a:rPr>
              <a:t>5</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return</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fim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&lt;=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slot</a:t>
            </a:r>
            <a:endParaRPr lang="pt-BR" sz="15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Três números que ajudam</a:t>
            </a:r>
            <a:endParaRPr lang="pt-BR" sz="2800" dirty="0"/>
          </a:p>
        </p:txBody>
      </p:sp>
      <p:sp>
        <p:nvSpPr>
          <p:cNvPr id="4" name="Text 1"/>
          <p:cNvSpPr/>
          <p:nvPr>
            <p:ph idx="104" type="body" hasCustomPrompt="1"/>
          </p:nvPr>
        </p:nvSpPr>
        <p:spPr>
          <a:xfrm>
            <a:off x="457200" y="1600200"/>
            <a:ext cx="2468880" cy="1280160"/>
          </a:xfrm>
          <a:prstGeom prst="rect">
            <a:avLst/>
          </a:prstGeom>
          <a:noFill/>
          <a:ln/>
        </p:spPr>
        <p:txBody>
          <a:bodyPr wrap="square" lIns="0" tIns="0" rIns="0" bIns="0" rtlCol="0" anchor="b">
            <a:normAutofit/>
          </a:bodyPr>
          <a:lstStyle/>
          <a:p>
            <a:pPr algn="ctr" indent="0" marL="0">
              <a:buNone/>
            </a:pPr>
            <a:r>
              <a:rPr lang="pt-BR" altLang="en-US" sz="6000" b="1" dirty="0">
                <a:solidFill>
                  <a:schemeClr val="accent1"/>
                </a:solidFill>
                <a:latin typeface="Cascadia Mono" pitchFamily="34" charset="0"/>
                <a:ea typeface="Cascadia Mono" pitchFamily="34" charset="-122"/>
                <a:cs typeface="Cascadia Mono" pitchFamily="34" charset="-120"/>
              </a:rPr>
              <a:t>18</a:t>
            </a:r>
            <a:endParaRPr lang="pt-BR" sz="6000" dirty="0"/>
          </a:p>
        </p:txBody>
      </p:sp>
      <p:sp>
        <p:nvSpPr>
          <p:cNvPr id="5" name="Text 1"/>
          <p:cNvSpPr/>
          <p:nvPr>
            <p:ph idx="105" type="body" hasCustomPrompt="1"/>
          </p:nvPr>
        </p:nvSpPr>
        <p:spPr>
          <a:xfrm>
            <a:off x="457200" y="2971800"/>
            <a:ext cx="2468880" cy="822960"/>
          </a:xfrm>
          <a:prstGeom prst="rect">
            <a:avLst/>
          </a:prstGeom>
          <a:noFill/>
          <a:ln/>
        </p:spPr>
        <p:txBody>
          <a:bodyPr wrap="square" lIns="0" tIns="0" rIns="0" bIns="0" rtlCol="0" anchor="t">
            <a:normAutofit/>
          </a:bodyPr>
          <a:lstStyle/>
          <a:p>
            <a:pPr algn="ctr" indent="0" marL="0">
              <a:spcAft>
                <a:spcPts val="1000"/>
              </a:spcAft>
              <a:buNone/>
            </a:pPr>
            <a:r>
              <a:rPr lang="pt-BR" altLang="en-US" sz="1800" dirty="0">
                <a:solidFill>
                  <a:schemeClr val="bg2"/>
                </a:solidFill>
              </a:rPr>
              <a:t>pontos: o texto se lê do fundo da sala</a:t>
            </a:r>
            <a:endParaRPr lang="pt-BR" sz="1800" dirty="0"/>
          </a:p>
        </p:txBody>
      </p:sp>
      <p:sp>
        <p:nvSpPr>
          <p:cNvPr id="6" name="Text 1"/>
          <p:cNvSpPr/>
          <p:nvPr>
            <p:ph idx="106" type="body" hasCustomPrompt="1"/>
          </p:nvPr>
        </p:nvSpPr>
        <p:spPr>
          <a:xfrm>
            <a:off x="3337560" y="1600200"/>
            <a:ext cx="2468880" cy="1280160"/>
          </a:xfrm>
          <a:prstGeom prst="rect">
            <a:avLst/>
          </a:prstGeom>
          <a:noFill/>
          <a:ln/>
        </p:spPr>
        <p:txBody>
          <a:bodyPr wrap="square" lIns="0" tIns="0" rIns="0" bIns="0" rtlCol="0" anchor="b">
            <a:normAutofit/>
          </a:bodyPr>
          <a:lstStyle/>
          <a:p>
            <a:pPr algn="ctr" indent="0" marL="0">
              <a:buNone/>
            </a:pPr>
            <a:r>
              <a:rPr lang="pt-BR" altLang="en-US" sz="6000" b="1" dirty="0">
                <a:solidFill>
                  <a:schemeClr val="accent1"/>
                </a:solidFill>
                <a:latin typeface="Cascadia Mono" pitchFamily="34" charset="0"/>
                <a:ea typeface="Cascadia Mono" pitchFamily="34" charset="-122"/>
                <a:cs typeface="Cascadia Mono" pitchFamily="34" charset="-120"/>
              </a:rPr>
              <a:t>8</a:t>
            </a:r>
            <a:endParaRPr lang="pt-BR" sz="6000" dirty="0"/>
          </a:p>
        </p:txBody>
      </p:sp>
      <p:sp>
        <p:nvSpPr>
          <p:cNvPr id="7" name="Text 1"/>
          <p:cNvSpPr/>
          <p:nvPr>
            <p:ph idx="107" type="body" hasCustomPrompt="1"/>
          </p:nvPr>
        </p:nvSpPr>
        <p:spPr>
          <a:xfrm>
            <a:off x="3337560" y="2971800"/>
            <a:ext cx="2468880" cy="822960"/>
          </a:xfrm>
          <a:prstGeom prst="rect">
            <a:avLst/>
          </a:prstGeom>
          <a:noFill/>
          <a:ln/>
        </p:spPr>
        <p:txBody>
          <a:bodyPr wrap="square" lIns="0" tIns="0" rIns="0" bIns="0" rtlCol="0" anchor="t">
            <a:normAutofit/>
          </a:bodyPr>
          <a:lstStyle/>
          <a:p>
            <a:pPr algn="ctr" indent="0" marL="0">
              <a:spcAft>
                <a:spcPts val="1000"/>
              </a:spcAft>
              <a:buNone/>
            </a:pPr>
            <a:r>
              <a:rPr lang="pt-BR" altLang="en-US" sz="1800" dirty="0">
                <a:solidFill>
                  <a:schemeClr val="bg2"/>
                </a:solidFill>
              </a:rPr>
              <a:t>linhas de código cabem bem</a:t>
            </a:r>
            <a:endParaRPr lang="pt-BR" sz="1800" dirty="0"/>
          </a:p>
        </p:txBody>
      </p:sp>
      <p:sp>
        <p:nvSpPr>
          <p:cNvPr id="8" name="Text 1"/>
          <p:cNvSpPr/>
          <p:nvPr>
            <p:ph idx="108" type="body" hasCustomPrompt="1"/>
          </p:nvPr>
        </p:nvSpPr>
        <p:spPr>
          <a:xfrm>
            <a:off x="6217920" y="1600200"/>
            <a:ext cx="2468880" cy="1280160"/>
          </a:xfrm>
          <a:prstGeom prst="rect">
            <a:avLst/>
          </a:prstGeom>
          <a:noFill/>
          <a:ln/>
        </p:spPr>
        <p:txBody>
          <a:bodyPr wrap="square" lIns="0" tIns="0" rIns="0" bIns="0" rtlCol="0" anchor="b">
            <a:normAutofit/>
          </a:bodyPr>
          <a:lstStyle/>
          <a:p>
            <a:pPr algn="ctr" indent="0" marL="0">
              <a:buNone/>
            </a:pPr>
            <a:r>
              <a:rPr lang="pt-BR" altLang="en-US" sz="6000" b="1" dirty="0">
                <a:solidFill>
                  <a:schemeClr val="accent1"/>
                </a:solidFill>
                <a:latin typeface="Cascadia Mono" pitchFamily="34" charset="0"/>
                <a:ea typeface="Cascadia Mono" pitchFamily="34" charset="-122"/>
                <a:cs typeface="Cascadia Mono" pitchFamily="34" charset="-120"/>
              </a:rPr>
              <a:t>5</a:t>
            </a:r>
            <a:endParaRPr lang="pt-BR" sz="6000" dirty="0"/>
          </a:p>
        </p:txBody>
      </p:sp>
      <p:sp>
        <p:nvSpPr>
          <p:cNvPr id="9" name="Text 1"/>
          <p:cNvSpPr/>
          <p:nvPr>
            <p:ph idx="109" type="body" hasCustomPrompt="1"/>
          </p:nvPr>
        </p:nvSpPr>
        <p:spPr>
          <a:xfrm>
            <a:off x="6217920" y="2971800"/>
            <a:ext cx="2468880" cy="822960"/>
          </a:xfrm>
          <a:prstGeom prst="rect">
            <a:avLst/>
          </a:prstGeom>
          <a:noFill/>
          <a:ln/>
        </p:spPr>
        <p:txBody>
          <a:bodyPr wrap="square" lIns="0" tIns="0" rIns="0" bIns="0" rtlCol="0" anchor="t">
            <a:normAutofit/>
          </a:bodyPr>
          <a:lstStyle/>
          <a:p>
            <a:pPr algn="ctr" indent="0" marL="0">
              <a:spcAft>
                <a:spcPts val="1000"/>
              </a:spcAft>
              <a:buNone/>
            </a:pPr>
            <a:r>
              <a:rPr lang="pt-BR" altLang="en-US" sz="1800" dirty="0">
                <a:solidFill>
                  <a:schemeClr val="bg2"/>
                </a:solidFill>
              </a:rPr>
              <a:t>minutos para perguntas no fim</a:t>
            </a:r>
            <a:endParaRPr lang="pt-BR" sz="1800" dirty="0"/>
          </a:p>
        </p:txBody>
      </p:sp>
      <p:pic>
        <p:nvPicPr>
          <p:cNvPr id="10" name="Image 0" descr="Círculo pixelado limão em volta do número 8">    </p:cNvPr>
          <p:cNvPicPr>
            <a:picLocks noChangeAspect="1"/>
          </p:cNvPicPr>
          <p:nvPr/>
        </p:nvPicPr>
        <p:blipFill>
          <a:blip r:embed="rId1"/>
          <a:stretch>
            <a:fillRect/>
          </a:stretch>
        </p:blipFill>
        <p:spPr>
          <a:xfrm>
            <a:off x="3840480" y="2011680"/>
            <a:ext cx="1463040" cy="914400"/>
          </a:xfrm>
          <a:prstGeom prst="rect">
            <a:avLst/>
          </a:prstGeom>
        </p:spPr>
      </p:pic>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Antes de subir no palco</a:t>
            </a:r>
            <a:endParaRPr lang="pt-BR" sz="2800" dirty="0"/>
          </a:p>
        </p:txBody>
      </p:sp>
      <p:sp>
        <p:nvSpPr>
          <p:cNvPr id="4" name="Text 3"/>
          <p:cNvSpPr/>
          <p:nvPr>
            <p:ph idx="106" type="body" hasCustomPrompt="1"/>
          </p:nvPr>
        </p:nvSpPr>
        <p:spPr>
          <a:xfrm>
            <a:off x="731520" y="2468880"/>
            <a:ext cx="1981200" cy="594360"/>
          </a:xfrm>
          <a:prstGeom prst="rect">
            <a:avLst/>
          </a:prstGeom>
          <a:noFill/>
          <a:ln/>
        </p:spPr>
        <p:txBody>
          <a:bodyPr wrap="square" lIns="0" tIns="0" rIns="0" bIns="0" rtlCol="0" anchor="t">
            <a:normAutofit/>
          </a:bodyPr>
          <a:lstStyle/>
          <a:p>
            <a:pPr indent="0" marL="0">
              <a:buNone/>
            </a:pPr>
            <a:r>
              <a:rPr lang="pt-BR" altLang="en-US" sz="1800" b="1" dirty="0">
                <a:solidFill>
                  <a:schemeClr val="accent1"/>
                </a:solidFill>
                <a:latin typeface="Cascadia Mono" pitchFamily="34" charset="0"/>
                <a:ea typeface="Cascadia Mono" pitchFamily="34" charset="-122"/>
                <a:cs typeface="Cascadia Mono" pitchFamily="34" charset="-120"/>
              </a:rPr>
              <a:t>Live coding</a:t>
            </a:r>
            <a:endParaRPr lang="pt-BR" sz="1800" dirty="0"/>
          </a:p>
        </p:txBody>
      </p:sp>
      <p:sp>
        <p:nvSpPr>
          <p:cNvPr id="5" name="Text 3"/>
          <p:cNvSpPr/>
          <p:nvPr>
            <p:ph idx="107" type="body" hasCustomPrompt="1"/>
          </p:nvPr>
        </p:nvSpPr>
        <p:spPr>
          <a:xfrm>
            <a:off x="731520" y="3108960"/>
            <a:ext cx="1981200" cy="1188720"/>
          </a:xfrm>
          <a:prstGeom prst="rect">
            <a:avLst/>
          </a:prstGeom>
          <a:noFill/>
          <a:ln/>
        </p:spPr>
        <p:txBody>
          <a:bodyPr wrap="square" lIns="0" tIns="0" rIns="0" bIns="0" rtlCol="0" anchor="t">
            <a:normAutofit/>
          </a:bodyPr>
          <a:lstStyle/>
          <a:p>
            <a:pPr indent="0" marL="0">
              <a:spcAft>
                <a:spcPts val="600"/>
              </a:spcAft>
              <a:buNone/>
            </a:pPr>
            <a:r>
              <a:rPr lang="pt-BR" altLang="en-US" sz="1800" dirty="0">
                <a:solidFill>
                  <a:schemeClr val="bg2"/>
                </a:solidFill>
              </a:rPr>
              <a:t>Um plano B ajuda: capturas de tela ou um vídeo gravado da demo.</a:t>
            </a:r>
            <a:endParaRPr lang="pt-BR" sz="1800" dirty="0"/>
          </a:p>
        </p:txBody>
      </p:sp>
      <p:sp>
        <p:nvSpPr>
          <p:cNvPr id="6" name="Text 5"/>
          <p:cNvSpPr/>
          <p:nvPr>
            <p:ph idx="110" type="body" hasCustomPrompt="1"/>
          </p:nvPr>
        </p:nvSpPr>
        <p:spPr>
          <a:xfrm>
            <a:off x="3581400" y="2468880"/>
            <a:ext cx="1981200" cy="594360"/>
          </a:xfrm>
          <a:prstGeom prst="rect">
            <a:avLst/>
          </a:prstGeom>
          <a:noFill/>
          <a:ln/>
        </p:spPr>
        <p:txBody>
          <a:bodyPr wrap="square" lIns="0" tIns="0" rIns="0" bIns="0" rtlCol="0" anchor="t">
            <a:normAutofit/>
          </a:bodyPr>
          <a:lstStyle/>
          <a:p>
            <a:pPr indent="0" marL="0">
              <a:buNone/>
            </a:pPr>
            <a:r>
              <a:rPr lang="pt-BR" altLang="en-US" sz="1800" b="1" dirty="0">
                <a:solidFill>
                  <a:schemeClr val="accent1"/>
                </a:solidFill>
                <a:latin typeface="Cascadia Mono" pitchFamily="34" charset="0"/>
                <a:ea typeface="Cascadia Mono" pitchFamily="34" charset="-122"/>
                <a:cs typeface="Cascadia Mono" pitchFamily="34" charset="-120"/>
              </a:rPr>
              <a:t>Internet</a:t>
            </a:r>
            <a:endParaRPr lang="pt-BR" sz="1800" dirty="0"/>
          </a:p>
        </p:txBody>
      </p:sp>
      <p:sp>
        <p:nvSpPr>
          <p:cNvPr id="7" name="Text 5"/>
          <p:cNvSpPr/>
          <p:nvPr>
            <p:ph idx="111" type="body" hasCustomPrompt="1"/>
          </p:nvPr>
        </p:nvSpPr>
        <p:spPr>
          <a:xfrm>
            <a:off x="3581400" y="3108960"/>
            <a:ext cx="1981200" cy="1188720"/>
          </a:xfrm>
          <a:prstGeom prst="rect">
            <a:avLst/>
          </a:prstGeom>
          <a:noFill/>
          <a:ln/>
        </p:spPr>
        <p:txBody>
          <a:bodyPr wrap="square" lIns="0" tIns="0" rIns="0" bIns="0" rtlCol="0" anchor="t">
            <a:normAutofit/>
          </a:bodyPr>
          <a:lstStyle/>
          <a:p>
            <a:pPr indent="0" marL="0">
              <a:spcAft>
                <a:spcPts val="600"/>
              </a:spcAft>
              <a:buNone/>
            </a:pPr>
            <a:r>
              <a:rPr lang="pt-BR" altLang="en-US" sz="1800" dirty="0">
                <a:solidFill>
                  <a:schemeClr val="bg2"/>
                </a:solidFill>
              </a:rPr>
              <a:t>A rede pode cair. Vídeos e páginas baixados não dependem dela.</a:t>
            </a:r>
            <a:endParaRPr lang="pt-BR" sz="1800" dirty="0"/>
          </a:p>
        </p:txBody>
      </p:sp>
      <p:sp>
        <p:nvSpPr>
          <p:cNvPr id="8" name="Text 7"/>
          <p:cNvSpPr/>
          <p:nvPr>
            <p:ph idx="114" type="body" hasCustomPrompt="1"/>
          </p:nvPr>
        </p:nvSpPr>
        <p:spPr>
          <a:xfrm>
            <a:off x="6431280" y="2468880"/>
            <a:ext cx="1981200" cy="594360"/>
          </a:xfrm>
          <a:prstGeom prst="rect">
            <a:avLst/>
          </a:prstGeom>
          <a:noFill/>
          <a:ln/>
        </p:spPr>
        <p:txBody>
          <a:bodyPr wrap="square" lIns="0" tIns="0" rIns="0" bIns="0" rtlCol="0" anchor="t">
            <a:normAutofit/>
          </a:bodyPr>
          <a:lstStyle/>
          <a:p>
            <a:pPr indent="0" marL="0">
              <a:buNone/>
            </a:pPr>
            <a:r>
              <a:rPr lang="pt-BR" altLang="en-US" sz="1800" b="1" dirty="0">
                <a:solidFill>
                  <a:schemeClr val="accent1"/>
                </a:solidFill>
                <a:latin typeface="Cascadia Mono" pitchFamily="34" charset="0"/>
                <a:ea typeface="Cascadia Mono" pitchFamily="34" charset="-122"/>
                <a:cs typeface="Cascadia Mono" pitchFamily="34" charset="-120"/>
              </a:rPr>
              <a:t>Arquivo</a:t>
            </a:r>
            <a:endParaRPr lang="pt-BR" sz="1800" dirty="0"/>
          </a:p>
        </p:txBody>
      </p:sp>
      <p:sp>
        <p:nvSpPr>
          <p:cNvPr id="9" name="Text 7"/>
          <p:cNvSpPr/>
          <p:nvPr>
            <p:ph idx="115" type="body" hasCustomPrompt="1"/>
          </p:nvPr>
        </p:nvSpPr>
        <p:spPr>
          <a:xfrm>
            <a:off x="6431280" y="3108960"/>
            <a:ext cx="1981200" cy="1188720"/>
          </a:xfrm>
          <a:prstGeom prst="rect">
            <a:avLst/>
          </a:prstGeom>
          <a:noFill/>
          <a:ln/>
        </p:spPr>
        <p:txBody>
          <a:bodyPr wrap="square" lIns="0" tIns="0" rIns="0" bIns="0" rtlCol="0" anchor="t">
            <a:normAutofit/>
          </a:bodyPr>
          <a:lstStyle/>
          <a:p>
            <a:pPr indent="0" marL="0">
              <a:spcAft>
                <a:spcPts val="600"/>
              </a:spcAft>
              <a:buNone/>
            </a:pPr>
            <a:r>
              <a:rPr lang="pt-BR" altLang="en-US" sz="1800" dirty="0">
                <a:solidFill>
                  <a:schemeClr val="bg2"/>
                </a:solidFill>
              </a:rPr>
              <a:t>Uma cópia em PDF num pendrive abre em qualquer computador.</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O seu dia de palestra</a:t>
            </a:r>
            <a:endParaRPr lang="pt-BR"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2011680"/>
                <a:gridCol w="6217920"/>
              </a:tblGrid>
              <a:tr h="438912">
                <a:tc>
                  <a:txBody>
                    <a:bodyPr/>
                    <a:lstStyle/>
                    <a:p>
                      <a:pPr indent="0" marL="0">
                        <a:buNone/>
                      </a:pPr>
                      <a:r>
                        <a:rPr lang="en-US" sz="1800" b="1" dirty="0">
                          <a:solidFill>
                            <a:srgbClr val="0F0F0F"/>
                          </a:solidFill>
                          <a:latin typeface="Inter" pitchFamily="34" charset="0"/>
                          <a:ea typeface="Inter" pitchFamily="34" charset="-122"/>
                          <a:cs typeface="Inter" pitchFamily="34" charset="-120"/>
                        </a:rPr>
                        <a:t>Quando</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B7FF06"/>
                    </a:solidFill>
                  </a:tcPr>
                </a:tc>
                <a:tc>
                  <a:txBody>
                    <a:bodyPr/>
                    <a:lstStyle/>
                    <a:p>
                      <a:pPr indent="0" marL="0">
                        <a:buNone/>
                      </a:pPr>
                      <a:r>
                        <a:rPr lang="en-US" sz="1800" b="1" dirty="0">
                          <a:solidFill>
                            <a:srgbClr val="0F0F0F"/>
                          </a:solidFill>
                          <a:latin typeface="Inter" pitchFamily="34" charset="0"/>
                          <a:ea typeface="Inter" pitchFamily="34" charset="-122"/>
                          <a:cs typeface="Inter" pitchFamily="34" charset="-120"/>
                        </a:rPr>
                        <a:t>Sugestão</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B7FF06"/>
                    </a:solidFill>
                  </a:tcPr>
                </a:tc>
              </a:tr>
              <a:tr h="438912">
                <a:tc>
                  <a:txBody>
                    <a:bodyPr/>
                    <a:lstStyle/>
                    <a:p>
                      <a:pPr indent="0" marL="0">
                        <a:buNone/>
                      </a:pPr>
                      <a:r>
                        <a:rPr lang="en-US" sz="1800" dirty="0">
                          <a:solidFill>
                            <a:srgbClr val="E8F4BA"/>
                          </a:solidFill>
                          <a:latin typeface="Inter" pitchFamily="34" charset="0"/>
                          <a:ea typeface="Inter" pitchFamily="34" charset="-122"/>
                          <a:cs typeface="Inter" pitchFamily="34" charset="-120"/>
                        </a:rPr>
                        <a:t>Antes do evento</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c>
                  <a:txBody>
                    <a:bodyPr/>
                    <a:lstStyle/>
                    <a:p>
                      <a:pPr indent="0" marL="0">
                        <a:buNone/>
                      </a:pPr>
                      <a:r>
                        <a:rPr lang="en-US" sz="1800" dirty="0">
                          <a:solidFill>
                            <a:srgbClr val="E8F4BA"/>
                          </a:solidFill>
                          <a:latin typeface="Inter" pitchFamily="34" charset="0"/>
                          <a:ea typeface="Inter" pitchFamily="34" charset="-122"/>
                          <a:cs typeface="Inter" pitchFamily="34" charset="-120"/>
                        </a:rPr>
                        <a:t>Tirar dúvidas no grupo de palestrantes no Telegram</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r>
              <a:tr h="438912">
                <a:tc>
                  <a:txBody>
                    <a:bodyPr/>
                    <a:lstStyle/>
                    <a:p>
                      <a:pPr indent="0" marL="0">
                        <a:buNone/>
                      </a:pPr>
                      <a:r>
                        <a:rPr lang="en-US" sz="1800" dirty="0">
                          <a:solidFill>
                            <a:srgbClr val="E8F4BA"/>
                          </a:solidFill>
                          <a:latin typeface="Inter" pitchFamily="34" charset="0"/>
                          <a:ea typeface="Inter" pitchFamily="34" charset="-122"/>
                          <a:cs typeface="Inter" pitchFamily="34" charset="-120"/>
                        </a:rPr>
                        <a:t>No dia</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c>
                  <a:txBody>
                    <a:bodyPr/>
                    <a:lstStyle/>
                    <a:p>
                      <a:pPr indent="0" marL="0">
                        <a:buNone/>
                      </a:pPr>
                      <a:r>
                        <a:rPr lang="en-US" sz="1800" dirty="0">
                          <a:solidFill>
                            <a:srgbClr val="E8F4BA"/>
                          </a:solidFill>
                          <a:latin typeface="Inter" pitchFamily="34" charset="0"/>
                          <a:ea typeface="Inter" pitchFamily="34" charset="-122"/>
                          <a:cs typeface="Inter" pitchFamily="34" charset="-120"/>
                        </a:rPr>
                        <a:t>Chegar cedo, conhecer o lugar, conversar</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r>
              <a:tr h="438912">
                <a:tc>
                  <a:txBody>
                    <a:bodyPr/>
                    <a:lstStyle/>
                    <a:p>
                      <a:pPr indent="0" marL="0">
                        <a:buNone/>
                      </a:pPr>
                      <a:r>
                        <a:rPr lang="en-US" sz="1800" dirty="0">
                          <a:solidFill>
                            <a:srgbClr val="E8F4BA"/>
                          </a:solidFill>
                          <a:latin typeface="Inter" pitchFamily="34" charset="0"/>
                          <a:ea typeface="Inter" pitchFamily="34" charset="-122"/>
                          <a:cs typeface="Inter" pitchFamily="34" charset="-120"/>
                        </a:rPr>
                        <a:t>Na sala</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c>
                  <a:txBody>
                    <a:bodyPr/>
                    <a:lstStyle/>
                    <a:p>
                      <a:pPr indent="0" marL="0">
                        <a:buNone/>
                      </a:pPr>
                      <a:r>
                        <a:rPr lang="en-US" sz="1800" dirty="0">
                          <a:solidFill>
                            <a:srgbClr val="E8F4BA"/>
                          </a:solidFill>
                          <a:latin typeface="Inter" pitchFamily="34" charset="0"/>
                          <a:ea typeface="Inter" pitchFamily="34" charset="-122"/>
                          <a:cs typeface="Inter" pitchFamily="34" charset="-120"/>
                        </a:rPr>
                        <a:t>Testar projetor, microfone e som</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r>
              <a:tr h="438912">
                <a:tc>
                  <a:txBody>
                    <a:bodyPr/>
                    <a:lstStyle/>
                    <a:p>
                      <a:pPr indent="0" marL="0">
                        <a:buNone/>
                      </a:pPr>
                      <a:r>
                        <a:rPr lang="en-US" sz="1800" dirty="0">
                          <a:solidFill>
                            <a:srgbClr val="E8F4BA"/>
                          </a:solidFill>
                          <a:latin typeface="Inter" pitchFamily="34" charset="0"/>
                          <a:ea typeface="Inter" pitchFamily="34" charset="-122"/>
                          <a:cs typeface="Inter" pitchFamily="34" charset="-120"/>
                        </a:rPr>
                        <a:t>15 min antes</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c>
                  <a:txBody>
                    <a:bodyPr/>
                    <a:lstStyle/>
                    <a:p>
                      <a:pPr indent="0" marL="0">
                        <a:buNone/>
                      </a:pPr>
                      <a:r>
                        <a:rPr lang="en-US" sz="1800" dirty="0">
                          <a:solidFill>
                            <a:srgbClr val="E8F4BA"/>
                          </a:solidFill>
                          <a:latin typeface="Inter" pitchFamily="34" charset="0"/>
                          <a:ea typeface="Inter" pitchFamily="34" charset="-122"/>
                          <a:cs typeface="Inter" pitchFamily="34" charset="-120"/>
                        </a:rPr>
                        <a:t>Dar um oi para quem é da organização na sala</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r>
              <a:tr h="438912">
                <a:tc>
                  <a:txBody>
                    <a:bodyPr/>
                    <a:lstStyle/>
                    <a:p>
                      <a:pPr indent="0" marL="0">
                        <a:buNone/>
                      </a:pPr>
                      <a:r>
                        <a:rPr lang="en-US" sz="1800" dirty="0">
                          <a:solidFill>
                            <a:srgbClr val="E8F4BA"/>
                          </a:solidFill>
                          <a:latin typeface="Inter" pitchFamily="34" charset="0"/>
                          <a:ea typeface="Inter" pitchFamily="34" charset="-122"/>
                          <a:cs typeface="Inter" pitchFamily="34" charset="-120"/>
                        </a:rPr>
                        <a:t>Depois</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c>
                  <a:txBody>
                    <a:bodyPr/>
                    <a:lstStyle/>
                    <a:p>
                      <a:pPr indent="0" marL="0">
                        <a:buNone/>
                      </a:pPr>
                      <a:r>
                        <a:rPr lang="en-US" sz="1800" dirty="0">
                          <a:solidFill>
                            <a:srgbClr val="E8F4BA"/>
                          </a:solidFill>
                          <a:latin typeface="Inter" pitchFamily="34" charset="0"/>
                          <a:ea typeface="Inter" pitchFamily="34" charset="-122"/>
                          <a:cs typeface="Inter" pitchFamily="34" charset="-120"/>
                        </a:rPr>
                        <a:t>Publicar os slides no link do QR code</a:t>
                      </a:r>
                      <a:endParaRPr lang="en-US" sz="1800" dirty="0">
                        <a:latin typeface="Inter" charset="0"/>
                        <a:ea typeface="Inter" charset="0"/>
                        <a:cs typeface="Inter" charset="0"/>
                      </a:endParaRPr>
                    </a:p>
                  </a:txBody>
                  <a:tcPr marL="73152" marR="73152" marT="73152" marB="73152" anchor="ctr">
                    <a:lnL w="12700" cap="flat" cmpd="sng" algn="ctr">
                      <a:solidFill>
                        <a:srgbClr val="0F0F0F"/>
                      </a:solidFill>
                      <a:prstDash val="solid"/>
                      <a:round/>
                      <a:headEnd type="none" w="med" len="med"/>
                      <a:tailEnd type="none" w="med" len="med"/>
                    </a:lnL>
                    <a:lnR w="12700" cap="flat" cmpd="sng" algn="ctr">
                      <a:solidFill>
                        <a:srgbClr val="0F0F0F"/>
                      </a:solidFill>
                      <a:prstDash val="solid"/>
                      <a:round/>
                      <a:headEnd type="none" w="med" len="med"/>
                      <a:tailEnd type="none" w="med" len="med"/>
                    </a:lnR>
                    <a:lnT w="12700" cap="flat" cmpd="sng" algn="ctr">
                      <a:solidFill>
                        <a:srgbClr val="0F0F0F"/>
                      </a:solidFill>
                      <a:prstDash val="solid"/>
                      <a:round/>
                      <a:headEnd type="none" w="med" len="med"/>
                      <a:tailEnd type="none" w="med" len="med"/>
                    </a:lnT>
                    <a:lnB w="12700" cap="flat" cmpd="sng" algn="ctr">
                      <a:solidFill>
                        <a:srgbClr val="0F0F0F"/>
                      </a:solidFill>
                      <a:prstDash val="solid"/>
                      <a:round/>
                      <a:headEnd type="none" w="med" len="med"/>
                      <a:tailEnd type="none" w="med" len="med"/>
                    </a:lnB>
                    <a:solidFill>
                      <a:srgbClr val="242424"/>
                    </a:solidFill>
                  </a:tcPr>
                </a:tc>
              </a:tr>
            </a:tbl>
          </a:graphicData>
        </a:graphic>
      </p:graphicFrame>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Contraste das cores deste modelo</a:t>
            </a:r>
            <a:endParaRPr lang="pt-BR" sz="2800" dirty="0"/>
          </a:p>
        </p:txBody>
      </p:sp>
      <p:graphicFrame>
        <p:nvGraphicFramePr>
          <p:cNvPr id="4" name="Chart 0" descr=""/>
          <p:cNvGraphicFramePr/>
          <p:nvPr/>
        </p:nvGraphicFramePr>
        <p:xfrm>
          <a:off x="457200" y="1417320"/>
          <a:ext cx="8229600" cy="2560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4069080"/>
            <a:ext cx="8229600" cy="365760"/>
          </a:xfrm>
          <a:prstGeom prst="rect">
            <a:avLst/>
          </a:prstGeom>
          <a:noFill/>
          <a:ln/>
        </p:spPr>
        <p:txBody>
          <a:bodyPr wrap="square" lIns="0" tIns="0" rIns="0" bIns="0" rtlCol="0" anchor="ctr"/>
          <a:lstStyle/>
          <a:p>
            <a:pPr indent="0" marL="0">
              <a:buNone/>
            </a:pPr>
            <a:r>
              <a:rPr lang="pt-BR" altLang="en-US" sz="1600" dirty="0">
                <a:solidFill>
                  <a:srgbClr val="E8F4BA"/>
                </a:solidFill>
                <a:latin typeface="Inter" pitchFamily="34" charset="0"/>
                <a:ea typeface="Inter" pitchFamily="34" charset="-122"/>
                <a:cs typeface="Inter" pitchFamily="34" charset="-120"/>
              </a:rPr>
              <a:t>Outras cores? Confira o contraste em </a:t>
            </a:r>
            <a:pPr indent="0" marL="0">
              <a:buNone/>
            </a:pPr>
            <a:r>
              <a:rPr lang="pt-BR" altLang="en-US" sz="1600" dirty="0">
                <a:solidFill>
                  <a:srgbClr val="B7FF06"/>
                </a:solidFill>
                <a:latin typeface="Cascadia Mono" pitchFamily="34" charset="0"/>
                <a:ea typeface="Cascadia Mono" pitchFamily="34" charset="-122"/>
                <a:cs typeface="Cascadia Mono" pitchFamily="34" charset="-120"/>
              </a:rPr>
              <a:t>webaim.org/resources/contrastchecker</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3" name="Image 0" descr="Imagem de exemplo: dragão da Python Brasil 2026 sobre fundo escuro">    </p:cNvPr>
          <p:cNvPicPr>
            <a:picLocks noChangeAspect="1"/>
          </p:cNvPicPr>
          <p:nvPr>
            <p:ph idx="100" hasCustomPrompt="1"/>
          </p:nvPr>
        </p:nvPicPr>
        <p:blipFill>
          <a:blip r:embed="rId1"/>
          <a:stretch>
            <a:fillRect/>
          </a:stretch>
        </p:blipFill>
        <p:spPr>
          <a:xfrm>
            <a:off x="0" y="0"/>
            <a:ext cx="9144000" cy="5143500"/>
          </a:xfrm>
          <a:prstGeom prst="rect">
            <a:avLst/>
          </a:prstGeom>
        </p:spPr>
      </p:pic>
      <p:sp>
        <p:nvSpPr>
          <p:cNvPr id="4" name="Faixa da legenda"/>
          <p:cNvSpPr/>
          <p:nvPr/>
        </p:nvSpPr>
        <p:spPr>
          <a:xfrm>
            <a:off x="0" y="4320540"/>
            <a:ext cx="9144000" cy="822960"/>
          </a:xfrm>
          <a:prstGeom prst="rect">
            <a:avLst/>
          </a:prstGeom>
          <a:solidFill>
            <a:srgbClr val="0F0F0F">
              <a:alpha val="75000"/>
            </a:srgbClr>
          </a:solidFill>
          <a:ln w="12700">
            <a:solidFill>
              <a:srgbClr val="0F0F0F"/>
            </a:solidFill>
            <a:prstDash val="solid"/>
          </a:ln>
        </p:spPr>
      </p:sp>
      <p:sp>
        <p:nvSpPr>
          <p:cNvPr id="5" name="Text 1"/>
          <p:cNvSpPr txBox="1"/>
          <p:nvPr/>
        </p:nvSpPr>
        <p:spPr>
          <a:xfrm>
            <a:off x="457200" y="4457700"/>
            <a:ext cx="8229600" cy="548640"/>
          </a:xfrm>
          <a:prstGeom prst="rect">
            <a:avLst/>
          </a:prstGeom>
          <a:noFill/>
          <a:ln/>
        </p:spPr>
        <p:txBody>
          <a:bodyPr wrap="square" lIns="0" tIns="0" rIns="0" bIns="0" rtlCol="0" anchor="ctr"/>
          <a:lstStyle/>
          <a:p>
            <a:pPr indent="0" marL="0">
              <a:buNone/>
            </a:pPr>
            <a:r>
              <a:rPr lang="pt-BR" altLang="en-US" sz="1400" dirty="0">
                <a:solidFill>
                  <a:srgbClr val="E8F4BA"/>
                </a:solidFill>
              </a:rPr>
              <a:t>Foto: Nome da Pessoa · CC BY 4.0</a:t>
            </a:r>
            <a:endParaRPr lang="pt-B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Referências</a:t>
            </a:r>
            <a:endParaRPr lang="pt-BR" sz="2800" dirty="0"/>
          </a:p>
        </p:txBody>
      </p:sp>
      <p:sp>
        <p:nvSpPr>
          <p:cNvPr id="4" name="Text 1"/>
          <p:cNvSpPr/>
          <p:nvPr>
            <p:ph idx="104" type="body" hasCustomPrompt="1"/>
          </p:nvPr>
        </p:nvSpPr>
        <p:spPr>
          <a:xfrm>
            <a:off x="457200" y="1417320"/>
            <a:ext cx="8229600" cy="3017520"/>
          </a:xfrm>
          <a:prstGeom prst="rect">
            <a:avLst/>
          </a:prstGeom>
          <a:noFill/>
          <a:ln/>
        </p:spPr>
        <p:txBody>
          <a:bodyPr wrap="square" lIns="0" tIns="0" rIns="0" bIns="0" rtlCol="0" anchor="t">
            <a:normAutofit/>
          </a:bodyPr>
          <a:lstStyle/>
          <a:p>
            <a:pPr indent="0" marL="0">
              <a:spcAft>
                <a:spcPts val="1200"/>
              </a:spcAft>
              <a:buNone/>
            </a:pPr>
            <a:r>
              <a:rPr lang="pt-BR" altLang="en-US" sz="1800" dirty="0">
                <a:solidFill>
                  <a:schemeClr val="bg2"/>
                </a:solidFill>
              </a:rPr>
              <a:t>Código de conduta da Python Brasil  </a:t>
            </a:r>
            <a:pPr indent="0" marL="0">
              <a:spcAft>
                <a:spcPts val="1200"/>
              </a:spcAft>
              <a:buNone/>
            </a:pPr>
            <a:r>
              <a:rPr lang="pt-BR" altLang="en-US" sz="1800" dirty="0">
                <a:solidFill>
                  <a:srgbClr val="A8A8A8"/>
                </a:solidFill>
                <a:latin typeface="Cascadia Mono" pitchFamily="34" charset="0"/>
                <a:ea typeface="Cascadia Mono" pitchFamily="34" charset="-122"/>
                <a:cs typeface="Cascadia Mono" pitchFamily="34" charset="-120"/>
              </a:rPr>
              <a:t>python.org.br/cdc</a:t>
            </a:r>
            <a:endParaRPr lang="pt-BR" sz="1800" dirty="0"/>
          </a:p>
          <a:p>
            <a:pPr indent="0" marL="0">
              <a:spcAft>
                <a:spcPts val="1200"/>
              </a:spcAft>
              <a:buNone/>
            </a:pPr>
            <a:r>
              <a:rPr lang="pt-BR" altLang="en-US" sz="1800" dirty="0">
                <a:solidFill>
                  <a:schemeClr val="bg2"/>
                </a:solidFill>
              </a:rPr>
              <a:t>Código colorido para slides  </a:t>
            </a:r>
            <a:pPr indent="0" marL="0">
              <a:spcAft>
                <a:spcPts val="1200"/>
              </a:spcAft>
              <a:buNone/>
            </a:pPr>
            <a:r>
              <a:rPr lang="pt-BR" altLang="en-US" sz="1800" dirty="0">
                <a:solidFill>
                  <a:srgbClr val="A8A8A8"/>
                </a:solidFill>
                <a:latin typeface="Cascadia Mono" pitchFamily="34" charset="0"/>
                <a:ea typeface="Cascadia Mono" pitchFamily="34" charset="-122"/>
                <a:cs typeface="Cascadia Mono" pitchFamily="34" charset="-120"/>
              </a:rPr>
              <a:t>slidesnippet.com</a:t>
            </a:r>
            <a:endParaRPr lang="pt-BR" sz="1800" dirty="0"/>
          </a:p>
          <a:p>
            <a:pPr indent="0" marL="0">
              <a:spcAft>
                <a:spcPts val="1200"/>
              </a:spcAft>
              <a:buNone/>
            </a:pPr>
            <a:r>
              <a:rPr lang="pt-BR" altLang="en-US" sz="1800" dirty="0">
                <a:solidFill>
                  <a:schemeClr val="bg2"/>
                </a:solidFill>
              </a:rPr>
              <a:t>Fontes Inter e Cascadia Mono  </a:t>
            </a:r>
            <a:pPr indent="0" marL="0">
              <a:spcAft>
                <a:spcPts val="1200"/>
              </a:spcAft>
              <a:buNone/>
            </a:pPr>
            <a:r>
              <a:rPr lang="pt-BR" altLang="en-US" sz="1800" dirty="0">
                <a:solidFill>
                  <a:srgbClr val="A8A8A8"/>
                </a:solidFill>
                <a:latin typeface="Cascadia Mono" pitchFamily="34" charset="0"/>
                <a:ea typeface="Cascadia Mono" pitchFamily="34" charset="-122"/>
                <a:cs typeface="Cascadia Mono" pitchFamily="34" charset="-120"/>
              </a:rPr>
              <a:t>fonts.google.com</a:t>
            </a:r>
            <a:endParaRPr lang="pt-BR" sz="1800" dirty="0"/>
          </a:p>
          <a:p>
            <a:pPr indent="0" marL="0">
              <a:spcAft>
                <a:spcPts val="1200"/>
              </a:spcAft>
              <a:buNone/>
            </a:pPr>
            <a:r>
              <a:rPr lang="pt-BR" altLang="en-US" sz="1800" dirty="0">
                <a:solidFill>
                  <a:schemeClr val="bg2"/>
                </a:solidFill>
              </a:rPr>
              <a:t>Verificador de contraste  </a:t>
            </a:r>
            <a:pPr indent="0" marL="0">
              <a:spcAft>
                <a:spcPts val="1200"/>
              </a:spcAft>
              <a:buNone/>
            </a:pPr>
            <a:r>
              <a:rPr lang="pt-BR" altLang="en-US" sz="1800" dirty="0">
                <a:solidFill>
                  <a:srgbClr val="A8A8A8"/>
                </a:solidFill>
                <a:latin typeface="Cascadia Mono" pitchFamily="34" charset="0"/>
                <a:ea typeface="Cascadia Mono" pitchFamily="34" charset="-122"/>
                <a:cs typeface="Cascadia Mono" pitchFamily="34" charset="-120"/>
              </a:rPr>
              <a:t>webaim.org/resources/contrastchecker</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2" type="title" hasCustomPrompt="1"/>
          </p:nvPr>
        </p:nvSpPr>
        <p:spPr>
          <a:xfrm>
            <a:off x="457200" y="731520"/>
            <a:ext cx="4754880" cy="1280160"/>
          </a:xfrm>
          <a:prstGeom prst="rect">
            <a:avLst/>
          </a:prstGeom>
          <a:noFill/>
          <a:ln/>
        </p:spPr>
        <p:txBody>
          <a:bodyPr wrap="square" lIns="0" tIns="0" rIns="0" bIns="0" rtlCol="0" anchor="b">
            <a:normAutofit/>
          </a:bodyPr>
          <a:lstStyle/>
          <a:p>
            <a:pPr algn="l" indent="0" marL="0">
              <a:buNone/>
            </a:pPr>
            <a:r>
              <a:rPr lang="pt-BR" altLang="en-US" sz="4400" b="1" dirty="0">
                <a:solidFill>
                  <a:schemeClr val="accent1"/>
                </a:solidFill>
              </a:rPr>
              <a:t>Perguntas?</a:t>
            </a:r>
            <a:endParaRPr lang="pt-BR" sz="4400" dirty="0"/>
          </a:p>
        </p:txBody>
      </p:sp>
      <p:sp>
        <p:nvSpPr>
          <p:cNvPr id="4" name="Text 0"/>
          <p:cNvSpPr/>
          <p:nvPr>
            <p:ph idx="103" type="body" hasCustomPrompt="1"/>
          </p:nvPr>
        </p:nvSpPr>
        <p:spPr>
          <a:xfrm>
            <a:off x="457200" y="2194560"/>
            <a:ext cx="4754880" cy="2103120"/>
          </a:xfrm>
          <a:prstGeom prst="rect">
            <a:avLst/>
          </a:prstGeom>
          <a:noFill/>
          <a:ln/>
        </p:spPr>
        <p:txBody>
          <a:bodyPr wrap="square" lIns="0" tIns="0" rIns="0" bIns="0" rtlCol="0" anchor="t">
            <a:normAutofit/>
          </a:bodyPr>
          <a:lstStyle/>
          <a:p>
            <a:pPr indent="0" marL="0">
              <a:spcAft>
                <a:spcPts val="1000"/>
              </a:spcAft>
              <a:buNone/>
            </a:pPr>
            <a:r>
              <a:rPr lang="pt-BR" altLang="en-US" sz="2000" b="1" dirty="0">
                <a:solidFill>
                  <a:schemeClr val="bg2"/>
                </a:solidFill>
              </a:rPr>
              <a:t>Seu nome aqui</a:t>
            </a:r>
            <a:endParaRPr lang="pt-BR" sz="2000" dirty="0"/>
          </a:p>
          <a:p>
            <a:pPr indent="0" marL="0">
              <a:spcAft>
                <a:spcPts val="1000"/>
              </a:spcAft>
              <a:buNone/>
            </a:pPr>
            <a:r>
              <a:rPr lang="pt-BR" altLang="en-US" sz="1800" dirty="0">
                <a:solidFill>
                  <a:schemeClr val="bg2"/>
                </a:solidFill>
                <a:latin typeface="Cascadia Mono" pitchFamily="34" charset="0"/>
                <a:ea typeface="Cascadia Mono" pitchFamily="34" charset="-122"/>
                <a:cs typeface="Cascadia Mono" pitchFamily="34" charset="-120"/>
              </a:rPr>
              <a:t>@seu_usuario</a:t>
            </a:r>
            <a:endParaRPr lang="pt-BR" sz="2000" dirty="0"/>
          </a:p>
          <a:p>
            <a:pPr indent="0" marL="0">
              <a:spcAft>
                <a:spcPts val="1000"/>
              </a:spcAft>
              <a:buNone/>
            </a:pPr>
            <a:r>
              <a:rPr lang="pt-BR" altLang="en-US" sz="1800" dirty="0">
                <a:solidFill>
                  <a:schemeClr val="bg2"/>
                </a:solidFill>
                <a:latin typeface="Cascadia Mono" pitchFamily="34" charset="0"/>
                <a:ea typeface="Cascadia Mono" pitchFamily="34" charset="-122"/>
                <a:cs typeface="Cascadia Mono" pitchFamily="34" charset="-120"/>
              </a:rPr>
              <a:t>voce@exemplo.com.br</a:t>
            </a:r>
            <a:endParaRPr lang="pt-BR" sz="2000" dirty="0"/>
          </a:p>
        </p:txBody>
      </p:sp>
      <p:sp>
        <p:nvSpPr>
          <p:cNvPr id="5" name="Text 0"/>
          <p:cNvSpPr/>
          <p:nvPr>
            <p:ph idx="105" type="body" hasCustomPrompt="1"/>
          </p:nvPr>
        </p:nvSpPr>
        <p:spPr>
          <a:xfrm>
            <a:off x="5669280" y="3611880"/>
            <a:ext cx="3017520" cy="411480"/>
          </a:xfrm>
          <a:prstGeom prst="rect">
            <a:avLst/>
          </a:prstGeom>
          <a:noFill/>
          <a:ln/>
        </p:spPr>
        <p:txBody>
          <a:bodyPr wrap="square" lIns="0" tIns="0" rIns="0" bIns="0" rtlCol="0" anchor="t">
            <a:normAutofit/>
          </a:bodyPr>
          <a:lstStyle/>
          <a:p>
            <a:pPr algn="ctr" indent="0" marL="0">
              <a:buNone/>
            </a:pPr>
            <a:r>
              <a:rPr lang="pt-BR" altLang="en-US" sz="1600" dirty="0">
                <a:solidFill>
                  <a:schemeClr val="bg2"/>
                </a:solidFill>
                <a:latin typeface="Cascadia Mono" pitchFamily="34" charset="0"/>
                <a:ea typeface="Cascadia Mono" pitchFamily="34" charset="-122"/>
                <a:cs typeface="Cascadia Mono" pitchFamily="34" charset="-120"/>
              </a:rPr>
              <a:t>2026.pythonbrasil.org.br</a:t>
            </a:r>
            <a:endParaRPr lang="pt-BR" sz="1600" dirty="0"/>
          </a:p>
        </p:txBody>
      </p:sp>
      <p:pic>
        <p:nvPicPr>
          <p:cNvPr id="6" name="Image 0" descr="QR code para https://2026.pythonbrasil.org.br/">    </p:cNvPr>
          <p:cNvPicPr>
            <a:picLocks noChangeAspect="1"/>
          </p:cNvPicPr>
          <p:nvPr>
            <p:ph idx="104" hasCustomPrompt="1"/>
          </p:nvPr>
        </p:nvPicPr>
        <p:blipFill>
          <a:blip r:embed="rId1"/>
          <a:stretch>
            <a:fillRect/>
          </a:stretch>
        </p:blipFill>
        <p:spPr>
          <a:xfrm>
            <a:off x="5669280" y="502920"/>
            <a:ext cx="3017520" cy="3017520"/>
          </a:xfrm>
          <a:prstGeom prst="rect">
            <a:avLst/>
          </a:prstGeom>
        </p:spPr>
      </p:pic>
      <p:sp>
        <p:nvSpPr>
          <p:cNvPr id="7" name="Aviso: o modelo continua"/>
          <p:cNvSpPr txBox="1"/>
          <p:nvPr/>
        </p:nvSpPr>
        <p:spPr>
          <a:xfrm>
            <a:off x="457200" y="4069080"/>
            <a:ext cx="4754880" cy="365760"/>
          </a:xfrm>
          <a:prstGeom prst="rect">
            <a:avLst/>
          </a:prstGeom>
          <a:noFill/>
          <a:ln/>
        </p:spPr>
        <p:txBody>
          <a:bodyPr wrap="square" lIns="0" tIns="0" rIns="0" bIns="0" rtlCol="0" anchor="ctr"/>
          <a:lstStyle/>
          <a:p>
            <a:pPr indent="0" marL="0">
              <a:buNone/>
            </a:pPr>
            <a:r>
              <a:rPr lang="pt-BR" altLang="en-US" sz="1600" b="1" dirty="0">
                <a:solidFill>
                  <a:srgbClr val="B7FF06"/>
                </a:solidFill>
                <a:latin typeface="Cascadia Mono" pitchFamily="34" charset="0"/>
                <a:ea typeface="Cascadia Mono" pitchFamily="34" charset="-122"/>
                <a:cs typeface="Cascadia Mono" pitchFamily="34" charset="-120"/>
              </a:rPr>
              <a:t>Continua: versão clara com mais dicas →</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2"/>
          <p:cNvSpPr/>
          <p:nvPr>
            <p:ph idx="105" type="title" hasCustomPrompt="1"/>
          </p:nvPr>
        </p:nvSpPr>
        <p:spPr>
          <a:xfrm>
            <a:off x="457200" y="822960"/>
            <a:ext cx="4206240" cy="2103120"/>
          </a:xfrm>
          <a:prstGeom prst="rect">
            <a:avLst/>
          </a:prstGeom>
          <a:noFill/>
          <a:ln/>
        </p:spPr>
        <p:txBody>
          <a:bodyPr wrap="square" lIns="0" tIns="0" rIns="0" bIns="0" rtlCol="0" anchor="b">
            <a:normAutofit/>
          </a:bodyPr>
          <a:lstStyle/>
          <a:p>
            <a:pPr algn="l" indent="0" marL="0">
              <a:buNone/>
            </a:pPr>
            <a:r>
              <a:rPr lang="pt-BR" altLang="en-US" sz="3600" b="1" dirty="0">
                <a:solidFill>
                  <a:schemeClr val="tx1"/>
                </a:solidFill>
              </a:rPr>
              <a:t>Todos os layouts têm versão clara</a:t>
            </a:r>
            <a:endParaRPr lang="pt-BR" sz="3600" dirty="0"/>
          </a:p>
        </p:txBody>
      </p:sp>
      <p:sp>
        <p:nvSpPr>
          <p:cNvPr id="4" name="Text 2"/>
          <p:cNvSpPr/>
          <p:nvPr>
            <p:ph idx="106" type="body" hasCustomPrompt="1"/>
          </p:nvPr>
        </p:nvSpPr>
        <p:spPr>
          <a:xfrm>
            <a:off x="457200" y="3063240"/>
            <a:ext cx="4206240" cy="457200"/>
          </a:xfrm>
          <a:prstGeom prst="rect">
            <a:avLst/>
          </a:prstGeom>
          <a:noFill/>
          <a:ln/>
        </p:spPr>
        <p:txBody>
          <a:bodyPr wrap="square" lIns="0" tIns="0" rIns="0" bIns="0" rtlCol="0" anchor="t">
            <a:normAutofit/>
          </a:bodyPr>
          <a:lstStyle/>
          <a:p>
            <a:pPr indent="0" marL="0">
              <a:buNone/>
            </a:pPr>
            <a:r>
              <a:rPr lang="pt-BR" altLang="en-US" sz="2000" dirty="0">
                <a:solidFill>
                  <a:schemeClr val="tx1"/>
                </a:solidFill>
              </a:rPr>
              <a:t>Para salas claras ou projetores fracos</a:t>
            </a:r>
            <a:endParaRPr lang="pt-BR" sz="2000" dirty="0"/>
          </a:p>
        </p:txBody>
      </p:sp>
      <p:sp>
        <p:nvSpPr>
          <p:cNvPr id="5" name="Text 2"/>
          <p:cNvSpPr/>
          <p:nvPr>
            <p:ph idx="107" type="body" hasCustomPrompt="1"/>
          </p:nvPr>
        </p:nvSpPr>
        <p:spPr>
          <a:xfrm>
            <a:off x="457200" y="3657600"/>
            <a:ext cx="4206240" cy="457200"/>
          </a:xfrm>
          <a:prstGeom prst="rect">
            <a:avLst/>
          </a:prstGeom>
          <a:noFill/>
          <a:ln/>
        </p:spPr>
        <p:txBody>
          <a:bodyPr wrap="square" lIns="0" tIns="0" rIns="0" bIns="0" rtlCol="0" anchor="t">
            <a:normAutofit/>
          </a:bodyPr>
          <a:lstStyle/>
          <a:p>
            <a:pPr indent="0" marL="0">
              <a:buNone/>
            </a:pPr>
            <a:r>
              <a:rPr lang="pt-BR" altLang="en-US" sz="1800" b="1" dirty="0">
                <a:solidFill>
                  <a:schemeClr val="tx1"/>
                </a:solidFill>
              </a:rPr>
              <a:t>Seu nome aqui</a:t>
            </a:r>
            <a:pPr indent="0" marL="0">
              <a:buNone/>
            </a:pPr>
            <a:r>
              <a:rPr lang="pt-BR" altLang="en-US" sz="1800" b="1" dirty="0">
                <a:solidFill>
                  <a:srgbClr val="4A4A4A"/>
                </a:solidFill>
              </a:rPr>
              <a:t>  ·  @seu_usuario</a:t>
            </a:r>
            <a:endParaRPr lang="pt-BR"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4" type="body" hasCustomPrompt="1"/>
          </p:nvPr>
        </p:nvSpPr>
        <p:spPr>
          <a:xfrm>
            <a:off x="457200" y="1691640"/>
            <a:ext cx="1737360" cy="1737360"/>
          </a:xfrm>
          <a:prstGeom prst="rect">
            <a:avLst/>
          </a:prstGeom>
          <a:noFill/>
          <a:ln/>
        </p:spPr>
        <p:txBody>
          <a:bodyPr wrap="square" lIns="0" tIns="0" rIns="0" bIns="0" rtlCol="0" anchor="ctr"/>
          <a:lstStyle/>
          <a:p>
            <a:pPr algn="ctr" indent="0" marL="0">
              <a:buNone/>
            </a:pPr>
            <a:r>
              <a:rPr lang="pt-BR" altLang="en-US" sz="4000" b="1" dirty="0">
                <a:solidFill>
                  <a:srgbClr val="0F0F0F"/>
                </a:solidFill>
                <a:latin typeface="Cascadia Mono" pitchFamily="34" charset="0"/>
                <a:ea typeface="Cascadia Mono" pitchFamily="34" charset="-122"/>
                <a:cs typeface="Cascadia Mono" pitchFamily="34" charset="-120"/>
              </a:rPr>
              <a:t>02</a:t>
            </a:r>
            <a:endParaRPr lang="pt-BR" sz="4000" dirty="0"/>
          </a:p>
        </p:txBody>
      </p:sp>
      <p:sp>
        <p:nvSpPr>
          <p:cNvPr id="4" name="Text 1"/>
          <p:cNvSpPr/>
          <p:nvPr>
            <p:ph idx="105" type="title" hasCustomPrompt="1"/>
          </p:nvPr>
        </p:nvSpPr>
        <p:spPr>
          <a:xfrm>
            <a:off x="2560320" y="1463040"/>
            <a:ext cx="6126480" cy="2194560"/>
          </a:xfrm>
          <a:prstGeom prst="rect">
            <a:avLst/>
          </a:prstGeom>
          <a:noFill/>
          <a:ln/>
        </p:spPr>
        <p:txBody>
          <a:bodyPr wrap="square" lIns="0" tIns="0" rIns="0" bIns="0" rtlCol="0" anchor="ctr">
            <a:normAutofit/>
          </a:bodyPr>
          <a:lstStyle/>
          <a:p>
            <a:pPr algn="l" indent="0" marL="0">
              <a:buNone/>
            </a:pPr>
            <a:r>
              <a:rPr lang="pt-BR" altLang="en-US" sz="3400" b="1" dirty="0">
                <a:solidFill>
                  <a:schemeClr val="tx1"/>
                </a:solidFill>
              </a:rPr>
              <a:t>Uma pausa para respirar e beber água</a:t>
            </a:r>
            <a:endParaRPr lang="pt-BR" sz="3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A sua tela no telão</a:t>
            </a:r>
            <a:endParaRPr lang="pt-BR" sz="2800" dirty="0"/>
          </a:p>
        </p:txBody>
      </p:sp>
      <p:sp>
        <p:nvSpPr>
          <p:cNvPr id="4" name="Text 1"/>
          <p:cNvSpPr/>
          <p:nvPr>
            <p:ph idx="104" type="body" hasCustomPrompt="1"/>
          </p:nvPr>
        </p:nvSpPr>
        <p:spPr>
          <a:xfrm>
            <a:off x="457200" y="1417320"/>
            <a:ext cx="7315200" cy="30175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tx1"/>
                </a:solidFill>
              </a:rPr>
              <a:t>Notificações desligadas (modo Não perturbe)</a:t>
            </a:r>
            <a:endParaRPr lang="pt-BR" sz="2000" dirty="0"/>
          </a:p>
          <a:p>
            <a:pPr marL="342900" indent="-342900">
              <a:spcAft>
                <a:spcPts val="1000"/>
              </a:spcAft>
              <a:buSzPct val="100000"/>
              <a:buChar char="•"/>
            </a:pPr>
            <a:r>
              <a:rPr lang="pt-BR" altLang="en-US" sz="2000" dirty="0">
                <a:solidFill>
                  <a:schemeClr val="tx1"/>
                </a:solidFill>
              </a:rPr>
              <a:t>Papel de parede neutro</a:t>
            </a:r>
            <a:endParaRPr lang="pt-BR" sz="2000" dirty="0"/>
          </a:p>
          <a:p>
            <a:pPr marL="342900" indent="-342900">
              <a:spcAft>
                <a:spcPts val="1000"/>
              </a:spcAft>
              <a:buSzPct val="100000"/>
              <a:buChar char="•"/>
            </a:pPr>
            <a:r>
              <a:rPr lang="pt-BR" altLang="en-US" sz="2000" dirty="0">
                <a:solidFill>
                  <a:schemeClr val="tx1"/>
                </a:solidFill>
              </a:rPr>
              <a:t>Só as abas e os programas da palestra</a:t>
            </a:r>
            <a:endParaRPr lang="pt-BR" sz="2000" dirty="0"/>
          </a:p>
          <a:p>
            <a:pPr marL="342900" indent="-342900">
              <a:spcAft>
                <a:spcPts val="1000"/>
              </a:spcAft>
              <a:buSzPct val="100000"/>
              <a:buChar char="•"/>
            </a:pPr>
            <a:r>
              <a:rPr lang="pt-BR" altLang="en-US" sz="2000" dirty="0">
                <a:solidFill>
                  <a:schemeClr val="tx1"/>
                </a:solidFill>
              </a:rPr>
              <a:t>Janela anônima: o histórico não aparece ao digitar endereços</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Um ensaio em voz alta ajuda</a:t>
            </a:r>
            <a:endParaRPr lang="pt-BR" sz="2800" dirty="0"/>
          </a:p>
        </p:txBody>
      </p:sp>
      <p:sp>
        <p:nvSpPr>
          <p:cNvPr id="4" name="Text 1"/>
          <p:cNvSpPr/>
          <p:nvPr>
            <p:ph idx="104" type="body" hasCustomPrompt="1"/>
          </p:nvPr>
        </p:nvSpPr>
        <p:spPr>
          <a:xfrm>
            <a:off x="457200" y="1417320"/>
            <a:ext cx="3886200" cy="457200"/>
          </a:xfrm>
          <a:prstGeom prst="rect">
            <a:avLst/>
          </a:prstGeom>
          <a:noFill/>
          <a:ln/>
        </p:spPr>
        <p:txBody>
          <a:bodyPr wrap="square" lIns="0" tIns="0" rIns="0" bIns="0" rtlCol="0" anchor="t">
            <a:normAutofit/>
          </a:bodyPr>
          <a:lstStyle/>
          <a:p>
            <a:pPr indent="0" marL="0">
              <a:buNone/>
            </a:pPr>
            <a:r>
              <a:rPr lang="pt-BR" altLang="en-US" sz="2200" b="1" dirty="0">
                <a:solidFill>
                  <a:schemeClr val="tx1"/>
                </a:solidFill>
                <a:latin typeface="Cascadia Mono" pitchFamily="34" charset="0"/>
                <a:ea typeface="Cascadia Mono" pitchFamily="34" charset="-122"/>
                <a:cs typeface="Cascadia Mono" pitchFamily="34" charset="-120"/>
              </a:rPr>
              <a:t>Ensaiar</a:t>
            </a:r>
            <a:endParaRPr lang="pt-BR" sz="2200" dirty="0"/>
          </a:p>
        </p:txBody>
      </p:sp>
      <p:sp>
        <p:nvSpPr>
          <p:cNvPr id="5" name="Text 1"/>
          <p:cNvSpPr/>
          <p:nvPr>
            <p:ph idx="105" type="body" hasCustomPrompt="1"/>
          </p:nvPr>
        </p:nvSpPr>
        <p:spPr>
          <a:xfrm>
            <a:off x="457200" y="2011680"/>
            <a:ext cx="3886200" cy="242316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tx1"/>
                </a:solidFill>
              </a:rPr>
              <a:t>Com cronômetro</a:t>
            </a:r>
            <a:endParaRPr lang="pt-BR" sz="2000" dirty="0"/>
          </a:p>
          <a:p>
            <a:pPr marL="342900" indent="-342900">
              <a:spcAft>
                <a:spcPts val="1000"/>
              </a:spcAft>
              <a:buSzPct val="100000"/>
              <a:buChar char="•"/>
            </a:pPr>
            <a:r>
              <a:rPr lang="pt-BR" altLang="en-US" sz="2000" dirty="0">
                <a:solidFill>
                  <a:schemeClr val="tx1"/>
                </a:solidFill>
              </a:rPr>
              <a:t>Com alguém assistindo</a:t>
            </a:r>
            <a:endParaRPr lang="pt-BR" sz="2000" dirty="0"/>
          </a:p>
          <a:p>
            <a:pPr marL="342900" indent="-342900">
              <a:spcAft>
                <a:spcPts val="1000"/>
              </a:spcAft>
              <a:buSzPct val="100000"/>
              <a:buChar char="•"/>
            </a:pPr>
            <a:r>
              <a:rPr lang="pt-BR" altLang="en-US" sz="2000" dirty="0">
                <a:solidFill>
                  <a:schemeClr val="tx1"/>
                </a:solidFill>
              </a:rPr>
              <a:t>No computador do dia</a:t>
            </a:r>
            <a:endParaRPr lang="pt-BR" sz="2000" dirty="0"/>
          </a:p>
        </p:txBody>
      </p:sp>
      <p:sp>
        <p:nvSpPr>
          <p:cNvPr id="6" name="Text 1"/>
          <p:cNvSpPr/>
          <p:nvPr>
            <p:ph idx="106" type="body" hasCustomPrompt="1"/>
          </p:nvPr>
        </p:nvSpPr>
        <p:spPr>
          <a:xfrm>
            <a:off x="4800600" y="1417320"/>
            <a:ext cx="3886200" cy="457200"/>
          </a:xfrm>
          <a:prstGeom prst="rect">
            <a:avLst/>
          </a:prstGeom>
          <a:noFill/>
          <a:ln/>
        </p:spPr>
        <p:txBody>
          <a:bodyPr wrap="square" lIns="0" tIns="0" rIns="0" bIns="0" rtlCol="0" anchor="t">
            <a:normAutofit/>
          </a:bodyPr>
          <a:lstStyle/>
          <a:p>
            <a:pPr indent="0" marL="0">
              <a:buNone/>
            </a:pPr>
            <a:r>
              <a:rPr lang="pt-BR" altLang="en-US" sz="2200" b="1" dirty="0">
                <a:solidFill>
                  <a:schemeClr val="tx1"/>
                </a:solidFill>
                <a:latin typeface="Cascadia Mono" pitchFamily="34" charset="0"/>
                <a:ea typeface="Cascadia Mono" pitchFamily="34" charset="-122"/>
                <a:cs typeface="Cascadia Mono" pitchFamily="34" charset="-120"/>
              </a:rPr>
              <a:t>Cortar</a:t>
            </a:r>
            <a:endParaRPr lang="pt-BR" sz="2200" dirty="0"/>
          </a:p>
        </p:txBody>
      </p:sp>
      <p:sp>
        <p:nvSpPr>
          <p:cNvPr id="7" name="Text 1"/>
          <p:cNvSpPr/>
          <p:nvPr>
            <p:ph idx="107" type="body" hasCustomPrompt="1"/>
          </p:nvPr>
        </p:nvSpPr>
        <p:spPr>
          <a:xfrm>
            <a:off x="4800600" y="2011680"/>
            <a:ext cx="3886200" cy="242316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tx1"/>
                </a:solidFill>
              </a:rPr>
              <a:t>O que passar do tempo</a:t>
            </a:r>
            <a:endParaRPr lang="pt-BR" sz="2000" dirty="0"/>
          </a:p>
          <a:p>
            <a:pPr marL="342900" indent="-342900">
              <a:spcAft>
                <a:spcPts val="1000"/>
              </a:spcAft>
              <a:buSzPct val="100000"/>
              <a:buChar char="•"/>
            </a:pPr>
            <a:r>
              <a:rPr lang="pt-BR" altLang="en-US" sz="2000" dirty="0">
                <a:solidFill>
                  <a:schemeClr val="tx1"/>
                </a:solidFill>
              </a:rPr>
              <a:t>Detalhes que cabem nas anotações</a:t>
            </a:r>
            <a:endParaRPr lang="pt-BR" sz="2000" dirty="0"/>
          </a:p>
          <a:p>
            <a:pPr marL="342900" indent="-342900">
              <a:spcAft>
                <a:spcPts val="1000"/>
              </a:spcAft>
              <a:buSzPct val="100000"/>
              <a:buChar char="•"/>
            </a:pPr>
            <a:r>
              <a:rPr lang="pt-BR" altLang="en-US" sz="2000" dirty="0">
                <a:solidFill>
                  <a:schemeClr val="tx1"/>
                </a:solidFill>
              </a:rPr>
              <a:t>Slides que você pula ao ensaiar</a:t>
            </a:r>
            <a:endParaRPr lang="pt-BR" sz="20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Imagens acessíveis</a:t>
            </a:r>
            <a:endParaRPr lang="pt-BR" sz="2800" dirty="0"/>
          </a:p>
        </p:txBody>
      </p:sp>
      <p:sp>
        <p:nvSpPr>
          <p:cNvPr id="4" name="Text 1"/>
          <p:cNvSpPr/>
          <p:nvPr>
            <p:ph idx="104" type="body" hasCustomPrompt="1"/>
          </p:nvPr>
        </p:nvSpPr>
        <p:spPr>
          <a:xfrm>
            <a:off x="457200" y="1417320"/>
            <a:ext cx="4023360" cy="30175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tx1"/>
                </a:solidFill>
              </a:rPr>
              <a:t>Texto alternativo em toda imagem</a:t>
            </a:r>
            <a:endParaRPr lang="pt-BR" sz="2000" dirty="0"/>
          </a:p>
          <a:p>
            <a:pPr marL="342900" indent="-342900">
              <a:spcAft>
                <a:spcPts val="1000"/>
              </a:spcAft>
              <a:buSzPct val="100000"/>
              <a:buChar char="•"/>
            </a:pPr>
            <a:r>
              <a:rPr lang="pt-BR" altLang="en-US" sz="2000" dirty="0">
                <a:solidFill>
                  <a:schemeClr val="tx1"/>
                </a:solidFill>
              </a:rPr>
              <a:t>Legenda curta se a imagem não for óbvia</a:t>
            </a:r>
            <a:endParaRPr lang="pt-BR" sz="2000" dirty="0"/>
          </a:p>
          <a:p>
            <a:pPr marL="342900" indent="-342900">
              <a:spcAft>
                <a:spcPts val="1000"/>
              </a:spcAft>
              <a:buSzPct val="100000"/>
              <a:buChar char="•"/>
            </a:pPr>
            <a:r>
              <a:rPr lang="pt-BR" altLang="en-US" sz="2000" dirty="0">
                <a:solidFill>
                  <a:schemeClr val="tx1"/>
                </a:solidFill>
              </a:rPr>
              <a:t>Informação que não depende só da cor</a:t>
            </a:r>
            <a:endParaRPr lang="pt-BR" sz="2000" dirty="0"/>
          </a:p>
        </p:txBody>
      </p:sp>
      <p:sp>
        <p:nvSpPr>
          <p:cNvPr id="5" name="Text 1"/>
          <p:cNvSpPr/>
          <p:nvPr>
            <p:ph idx="105" hasCustomPrompt="1"/>
          </p:nvPr>
        </p:nvSpPr>
        <p:spPr>
          <a:xfrm>
            <a:off x="4846320" y="1417320"/>
            <a:ext cx="3840480" cy="3017520"/>
          </a:xfrm>
          <a:prstGeom prst="rect">
            <a:avLst/>
          </a:prstGeom>
          <a:solidFill>
            <a:srgbClr val="E8F4BA"/>
          </a:solidFill>
          <a:ln w="12700">
            <a:solidFill>
              <a:srgbClr val="C9D9A0"/>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p:nvPr>
            <p:ph idx="104" type="title" hasCustomPrompt="1"/>
          </p:nvPr>
        </p:nvSpPr>
        <p:spPr>
          <a:xfrm>
            <a:off x="4480560" y="384048"/>
            <a:ext cx="420624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Olho no olho</a:t>
            </a:r>
            <a:endParaRPr lang="pt-BR" sz="2800" dirty="0"/>
          </a:p>
        </p:txBody>
      </p:sp>
      <p:sp>
        <p:nvSpPr>
          <p:cNvPr id="4" name="Text 1"/>
          <p:cNvSpPr/>
          <p:nvPr>
            <p:ph idx="105" type="body" hasCustomPrompt="1"/>
          </p:nvPr>
        </p:nvSpPr>
        <p:spPr>
          <a:xfrm>
            <a:off x="4480560" y="1417320"/>
            <a:ext cx="4206240" cy="30175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2000" dirty="0">
                <a:solidFill>
                  <a:schemeClr val="tx1"/>
                </a:solidFill>
              </a:rPr>
              <a:t>Olhar para o público, não para a tela</a:t>
            </a:r>
            <a:endParaRPr lang="pt-BR" sz="2000" dirty="0"/>
          </a:p>
          <a:p>
            <a:pPr marL="342900" indent="-342900">
              <a:spcAft>
                <a:spcPts val="1000"/>
              </a:spcAft>
              <a:buSzPct val="100000"/>
              <a:buChar char="•"/>
            </a:pPr>
            <a:r>
              <a:rPr lang="pt-BR" altLang="en-US" sz="2000" dirty="0">
                <a:solidFill>
                  <a:schemeClr val="tx1"/>
                </a:solidFill>
              </a:rPr>
              <a:t>As anotações do slide como apoio</a:t>
            </a:r>
            <a:endParaRPr lang="pt-BR" sz="2000" dirty="0"/>
          </a:p>
          <a:p>
            <a:pPr marL="342900" indent="-342900">
              <a:spcAft>
                <a:spcPts val="1000"/>
              </a:spcAft>
              <a:buSzPct val="100000"/>
              <a:buChar char="•"/>
            </a:pPr>
            <a:r>
              <a:rPr lang="pt-BR" altLang="en-US" sz="2000" dirty="0">
                <a:solidFill>
                  <a:schemeClr val="tx1"/>
                </a:solidFill>
              </a:rPr>
              <a:t>Apontar com palavras, não com o mouse</a:t>
            </a:r>
            <a:endParaRPr lang="pt-BR" sz="2000" dirty="0"/>
          </a:p>
        </p:txBody>
      </p:sp>
      <p:sp>
        <p:nvSpPr>
          <p:cNvPr id="5" name="Text 1"/>
          <p:cNvSpPr/>
          <p:nvPr>
            <p:ph idx="103" hasCustomPrompt="1"/>
          </p:nvPr>
        </p:nvSpPr>
        <p:spPr>
          <a:xfrm>
            <a:off x="0" y="0"/>
            <a:ext cx="4023360" cy="5143500"/>
          </a:xfrm>
          <a:prstGeom prst="rect">
            <a:avLst/>
          </a:prstGeom>
          <a:solidFill>
            <a:srgbClr val="E8F4BA"/>
          </a:solidFill>
          <a:ln w="12700">
            <a:solidFill>
              <a:srgbClr val="C9D9A0"/>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Código: 8 linhas cabem bem</a:t>
            </a:r>
            <a:endParaRPr lang="pt-BR" sz="2800" dirty="0"/>
          </a:p>
        </p:txBody>
      </p:sp>
      <p:sp>
        <p:nvSpPr>
          <p:cNvPr id="4" name="Text 2"/>
          <p:cNvSpPr/>
          <p:nvPr>
            <p:ph idx="105" type="body" hasCustomPrompt="1"/>
          </p:nvPr>
        </p:nvSpPr>
        <p:spPr>
          <a:xfrm>
            <a:off x="685800" y="1554480"/>
            <a:ext cx="7772400" cy="2377440"/>
          </a:xfrm>
          <a:prstGeom prst="rect">
            <a:avLst/>
          </a:prstGeom>
          <a:noFill/>
          <a:ln/>
        </p:spPr>
        <p:txBody>
          <a:bodyPr wrap="square" lIns="0" tIns="0" rIns="0" bIns="0" rtlCol="0" anchor="t">
            <a:normAutofit/>
          </a:bodyPr>
          <a:lstStyle/>
          <a:p>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@dataclass</a:t>
            </a:r>
            <a:endParaRPr lang="pt-BR" sz="1500" dirty="0"/>
          </a:p>
          <a:p>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class</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Palestra</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titulo: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str</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duracao_min: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int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E81FF"/>
                </a:solidFill>
                <a:latin typeface="Cascadia Mono" pitchFamily="34" charset="0"/>
                <a:ea typeface="Cascadia Mono" pitchFamily="34" charset="-122"/>
                <a:cs typeface="Cascadia Mono" pitchFamily="34" charset="-120"/>
              </a:rPr>
              <a:t>25</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def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6E22E"/>
                </a:solidFill>
                <a:latin typeface="Cascadia Mono" pitchFamily="34" charset="0"/>
                <a:ea typeface="Cascadia Mono" pitchFamily="34" charset="-122"/>
                <a:cs typeface="Cascadia Mono" pitchFamily="34" charset="-120"/>
              </a:rPr>
              <a:t>cabe_no_slot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pPr indent="0" marL="0">
              <a:lnSpc>
                <a:spcPts val="1700"/>
              </a:lnSpc>
              <a:buNone/>
            </a:pPr>
            <a:r>
              <a:rPr lang="pt-BR" altLang="en-US" sz="1500" i="1" dirty="0">
                <a:solidFill>
                  <a:srgbClr val="FD971F"/>
                </a:solidFill>
                <a:latin typeface="Cascadia Mono" pitchFamily="34" charset="0"/>
                <a:ea typeface="Cascadia Mono" pitchFamily="34" charset="-122"/>
                <a:cs typeface="Cascadia Mono" pitchFamily="34" charset="-120"/>
              </a:rPr>
              <a:t>self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FD971F"/>
                </a:solidFill>
                <a:latin typeface="Cascadia Mono" pitchFamily="34" charset="0"/>
                <a:ea typeface="Cascadia Mono" pitchFamily="34" charset="-122"/>
                <a:cs typeface="Cascadia Mono" pitchFamily="34" charset="-120"/>
              </a:rPr>
              <a:t>slot_min</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int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-&gt; </a:t>
            </a:r>
            <a:pPr indent="0" marL="0">
              <a:lnSpc>
                <a:spcPts val="1700"/>
              </a:lnSpc>
              <a:buNone/>
            </a:pPr>
            <a:r>
              <a:rPr lang="pt-BR" altLang="en-US" sz="1500" i="1" dirty="0">
                <a:solidFill>
                  <a:srgbClr val="66D9EF"/>
                </a:solidFill>
                <a:latin typeface="Cascadia Mono" pitchFamily="34" charset="0"/>
                <a:ea typeface="Cascadia Mono" pitchFamily="34" charset="-122"/>
                <a:cs typeface="Cascadia Mono" pitchFamily="34" charset="-120"/>
              </a:rPr>
              <a:t>bool</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88846F"/>
                </a:solidFill>
                <a:latin typeface="Cascadia Mono" pitchFamily="34" charset="0"/>
                <a:ea typeface="Cascadia Mono" pitchFamily="34" charset="-122"/>
                <a:cs typeface="Cascadia Mono" pitchFamily="34" charset="-120"/>
              </a:rPr>
              <a:t># Reserva 5 minutos para perguntas</a:t>
            </a:r>
            <a:endParaRPr lang="pt-BR" sz="1500" dirty="0"/>
          </a:p>
          <a:p>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return</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D971F"/>
                </a:solidFill>
                <a:latin typeface="Cascadia Mono" pitchFamily="34" charset="0"/>
                <a:ea typeface="Cascadia Mono" pitchFamily="34" charset="-122"/>
                <a:cs typeface="Cascadia Mono" pitchFamily="34" charset="-120"/>
              </a:rPr>
              <a:t>self</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.duracao_min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AE81FF"/>
                </a:solidFill>
                <a:latin typeface="Cascadia Mono" pitchFamily="34" charset="0"/>
                <a:ea typeface="Cascadia Mono" pitchFamily="34" charset="-122"/>
                <a:cs typeface="Cascadia Mono" pitchFamily="34" charset="-120"/>
              </a:rPr>
              <a:t>5</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a:t>
            </a:r>
            <a:pPr indent="0" marL="0">
              <a:lnSpc>
                <a:spcPts val="1700"/>
              </a:lnSpc>
              <a:buNone/>
            </a:pPr>
            <a:r>
              <a:rPr lang="pt-BR" altLang="en-US" sz="1500" dirty="0">
                <a:solidFill>
                  <a:srgbClr val="F92672"/>
                </a:solidFill>
                <a:latin typeface="Cascadia Mono" pitchFamily="34" charset="0"/>
                <a:ea typeface="Cascadia Mono" pitchFamily="34" charset="-122"/>
                <a:cs typeface="Cascadia Mono" pitchFamily="34" charset="-120"/>
              </a:rPr>
              <a:t>&lt;=</a:t>
            </a:r>
            <a:pPr indent="0" marL="0">
              <a:lnSpc>
                <a:spcPts val="1700"/>
              </a:lnSpc>
              <a:buNone/>
            </a:pPr>
            <a:r>
              <a:rPr lang="pt-BR" altLang="en-US" sz="1500" dirty="0">
                <a:solidFill>
                  <a:srgbClr val="F8F8F2"/>
                </a:solidFill>
                <a:latin typeface="Cascadia Mono" pitchFamily="34" charset="0"/>
                <a:ea typeface="Cascadia Mono" pitchFamily="34" charset="-122"/>
                <a:cs typeface="Cascadia Mono" pitchFamily="34" charset="-120"/>
              </a:rPr>
              <a:t> slot_min</a:t>
            </a:r>
            <a:endParaRPr lang="pt-BR" sz="1500" dirty="0"/>
          </a:p>
        </p:txBody>
      </p:sp>
      <p:sp>
        <p:nvSpPr>
          <p:cNvPr id="5" name="Text 2"/>
          <p:cNvSpPr/>
          <p:nvPr>
            <p:ph idx="106" type="body" hasCustomPrompt="1"/>
          </p:nvPr>
        </p:nvSpPr>
        <p:spPr>
          <a:xfrm>
            <a:off x="457200" y="4114800"/>
            <a:ext cx="8229600" cy="365760"/>
          </a:xfrm>
          <a:prstGeom prst="rect">
            <a:avLst/>
          </a:prstGeom>
          <a:noFill/>
          <a:ln/>
        </p:spPr>
        <p:txBody>
          <a:bodyPr wrap="square" lIns="0" tIns="0" rIns="0" bIns="0" rtlCol="0" anchor="ctr">
            <a:normAutofit/>
          </a:bodyPr>
          <a:lstStyle/>
          <a:p>
            <a:pPr indent="0" marL="0">
              <a:spcAft>
                <a:spcPts val="1000"/>
              </a:spcAft>
              <a:buNone/>
            </a:pPr>
            <a:r>
              <a:rPr lang="pt-BR" altLang="en-US" sz="1600" b="1" dirty="0">
                <a:solidFill>
                  <a:schemeClr val="tx1"/>
                </a:solidFill>
              </a:rPr>
              <a:t>Dica: </a:t>
            </a:r>
            <a:pPr indent="0" marL="0">
              <a:spcAft>
                <a:spcPts val="1000"/>
              </a:spcAft>
              <a:buNone/>
            </a:pPr>
            <a:r>
              <a:rPr lang="pt-BR" altLang="en-US" sz="1600" dirty="0">
                <a:solidFill>
                  <a:schemeClr val="tx1"/>
                </a:solidFill>
              </a:rPr>
              <a:t>no LibreOffice, baixe o SVG do slidesnippet.com e arraste para o slide.</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p:nvPr>
            <p:ph idx="102" type="body" hasCustomPrompt="1"/>
          </p:nvPr>
        </p:nvSpPr>
        <p:spPr>
          <a:xfrm>
            <a:off x="457200" y="548640"/>
            <a:ext cx="7772400" cy="2194560"/>
          </a:xfrm>
          <a:prstGeom prst="rect">
            <a:avLst/>
          </a:prstGeom>
          <a:noFill/>
          <a:ln/>
        </p:spPr>
        <p:txBody>
          <a:bodyPr wrap="square" lIns="0" tIns="0" rIns="0" bIns="0" rtlCol="0" anchor="b">
            <a:normAutofit/>
          </a:bodyPr>
          <a:lstStyle/>
          <a:p>
            <a:pPr indent="0" marL="0">
              <a:buNone/>
            </a:pPr>
            <a:r>
              <a:rPr lang="pt-BR" altLang="en-US" sz="3200" b="1" dirty="0">
                <a:solidFill>
                  <a:srgbClr val="0F0F0F"/>
                </a:solidFill>
              </a:rPr>
              <a:t>“</a:t>
            </a:r>
            <a:pPr indent="0" marL="0">
              <a:buNone/>
            </a:pPr>
            <a:r>
              <a:rPr lang="pt-BR" altLang="en-US" sz="3200" b="1" dirty="0">
                <a:solidFill>
                  <a:srgbClr val="0F0F0F"/>
                </a:solidFill>
                <a:highlight>
                  <a:srgbClr val="B7FF06"/>
                </a:highlight>
              </a:rPr>
              <a:t>Legibilidade</a:t>
            </a:r>
            <a:pPr indent="0" marL="0">
              <a:buNone/>
            </a:pPr>
            <a:r>
              <a:rPr lang="pt-BR" altLang="en-US" sz="3200" dirty="0">
                <a:solidFill>
                  <a:schemeClr val="tx1"/>
                </a:solidFill>
              </a:rPr>
              <a:t> conta.</a:t>
            </a:r>
            <a:pPr indent="0" marL="0">
              <a:buNone/>
            </a:pPr>
            <a:r>
              <a:rPr lang="pt-BR" altLang="en-US" sz="3200" b="1" dirty="0">
                <a:solidFill>
                  <a:srgbClr val="0F0F0F"/>
                </a:solidFill>
              </a:rPr>
              <a:t>”</a:t>
            </a:r>
            <a:endParaRPr lang="pt-BR" sz="3200" dirty="0"/>
          </a:p>
        </p:txBody>
      </p:sp>
      <p:sp>
        <p:nvSpPr>
          <p:cNvPr id="4" name="Text 0"/>
          <p:cNvSpPr/>
          <p:nvPr>
            <p:ph idx="103" type="body" hasCustomPrompt="1"/>
          </p:nvPr>
        </p:nvSpPr>
        <p:spPr>
          <a:xfrm>
            <a:off x="457200" y="2880360"/>
            <a:ext cx="7772400" cy="457200"/>
          </a:xfrm>
          <a:prstGeom prst="rect">
            <a:avLst/>
          </a:prstGeom>
          <a:noFill/>
          <a:ln/>
        </p:spPr>
        <p:txBody>
          <a:bodyPr wrap="square" lIns="0" tIns="0" rIns="0" bIns="0" rtlCol="0" anchor="t"/>
          <a:lstStyle/>
          <a:p>
            <a:pPr indent="0" marL="0">
              <a:buNone/>
            </a:pPr>
            <a:r>
              <a:rPr lang="pt-BR" altLang="en-US" sz="1800" dirty="0">
                <a:solidFill>
                  <a:schemeClr val="accent6"/>
                </a:solidFill>
                <a:latin typeface="Cascadia Mono" pitchFamily="34" charset="0"/>
                <a:ea typeface="Cascadia Mono" pitchFamily="34" charset="-122"/>
                <a:cs typeface="Cascadia Mono" pitchFamily="34" charset="-120"/>
              </a:rPr>
              <a:t>PEP 20</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p:nvPr>
            <p:ph idx="103" type="title" hasCustomPrompt="1"/>
          </p:nvPr>
        </p:nvSpPr>
        <p:spPr>
          <a:xfrm>
            <a:off x="457200" y="822960"/>
            <a:ext cx="7315200" cy="3108960"/>
          </a:xfrm>
          <a:prstGeom prst="rect">
            <a:avLst/>
          </a:prstGeom>
          <a:noFill/>
          <a:ln/>
        </p:spPr>
        <p:txBody>
          <a:bodyPr wrap="square" lIns="0" tIns="0" rIns="0" bIns="0" rtlCol="0" anchor="ctr">
            <a:normAutofit/>
          </a:bodyPr>
          <a:lstStyle/>
          <a:p>
            <a:pPr algn="l" indent="0" marL="0">
              <a:buNone/>
            </a:pPr>
            <a:r>
              <a:rPr lang="pt-BR" altLang="en-US" sz="4800" b="1" dirty="0">
                <a:solidFill>
                  <a:schemeClr val="tx1"/>
                </a:solidFill>
              </a:rPr>
              <a:t>Menos texto, letra maior.</a:t>
            </a:r>
            <a:endParaRPr lang="pt-BR" sz="4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Acessibilidade em números</a:t>
            </a:r>
            <a:endParaRPr lang="pt-BR" sz="2800" dirty="0"/>
          </a:p>
        </p:txBody>
      </p:sp>
      <p:sp>
        <p:nvSpPr>
          <p:cNvPr id="4" name="Text 1"/>
          <p:cNvSpPr/>
          <p:nvPr>
            <p:ph idx="104" type="body" hasCustomPrompt="1"/>
          </p:nvPr>
        </p:nvSpPr>
        <p:spPr>
          <a:xfrm>
            <a:off x="457200" y="1600200"/>
            <a:ext cx="2468880" cy="1280160"/>
          </a:xfrm>
          <a:prstGeom prst="rect">
            <a:avLst/>
          </a:prstGeom>
          <a:noFill/>
          <a:ln/>
        </p:spPr>
        <p:txBody>
          <a:bodyPr wrap="square" lIns="0" tIns="0" rIns="0" bIns="0" rtlCol="0" anchor="b">
            <a:normAutofit/>
          </a:bodyPr>
          <a:lstStyle/>
          <a:p>
            <a:pPr algn="ctr" indent="0" marL="0">
              <a:buNone/>
            </a:pPr>
            <a:r>
              <a:rPr lang="pt-BR" altLang="en-US" sz="6000" b="1" dirty="0">
                <a:solidFill>
                  <a:srgbClr val="0F0F0F"/>
                </a:solidFill>
                <a:highlight>
                  <a:srgbClr val="B7FF06"/>
                </a:highlight>
                <a:latin typeface="Cascadia Mono" pitchFamily="34" charset="0"/>
                <a:ea typeface="Cascadia Mono" pitchFamily="34" charset="-122"/>
                <a:cs typeface="Cascadia Mono" pitchFamily="34" charset="-120"/>
              </a:rPr>
              <a:t>4,5:1</a:t>
            </a:r>
            <a:endParaRPr lang="pt-BR" sz="6000" dirty="0"/>
          </a:p>
        </p:txBody>
      </p:sp>
      <p:sp>
        <p:nvSpPr>
          <p:cNvPr id="5" name="Text 1"/>
          <p:cNvSpPr/>
          <p:nvPr>
            <p:ph idx="105" type="body" hasCustomPrompt="1"/>
          </p:nvPr>
        </p:nvSpPr>
        <p:spPr>
          <a:xfrm>
            <a:off x="457200" y="2971800"/>
            <a:ext cx="2468880" cy="822960"/>
          </a:xfrm>
          <a:prstGeom prst="rect">
            <a:avLst/>
          </a:prstGeom>
          <a:noFill/>
          <a:ln/>
        </p:spPr>
        <p:txBody>
          <a:bodyPr wrap="square" lIns="0" tIns="0" rIns="0" bIns="0" rtlCol="0" anchor="t">
            <a:normAutofit/>
          </a:bodyPr>
          <a:lstStyle/>
          <a:p>
            <a:pPr algn="ctr" indent="0" marL="0">
              <a:spcAft>
                <a:spcPts val="1000"/>
              </a:spcAft>
              <a:buNone/>
            </a:pPr>
            <a:r>
              <a:rPr lang="pt-BR" altLang="en-US" sz="1800" dirty="0">
                <a:solidFill>
                  <a:schemeClr val="tx1"/>
                </a:solidFill>
              </a:rPr>
              <a:t>contraste mínimo do texto</a:t>
            </a:r>
            <a:endParaRPr lang="pt-BR" sz="1800" dirty="0"/>
          </a:p>
        </p:txBody>
      </p:sp>
      <p:sp>
        <p:nvSpPr>
          <p:cNvPr id="6" name="Text 1"/>
          <p:cNvSpPr/>
          <p:nvPr>
            <p:ph idx="106" type="body" hasCustomPrompt="1"/>
          </p:nvPr>
        </p:nvSpPr>
        <p:spPr>
          <a:xfrm>
            <a:off x="3337560" y="1600200"/>
            <a:ext cx="2468880" cy="1280160"/>
          </a:xfrm>
          <a:prstGeom prst="rect">
            <a:avLst/>
          </a:prstGeom>
          <a:noFill/>
          <a:ln/>
        </p:spPr>
        <p:txBody>
          <a:bodyPr wrap="square" lIns="0" tIns="0" rIns="0" bIns="0" rtlCol="0" anchor="b">
            <a:normAutofit/>
          </a:bodyPr>
          <a:lstStyle/>
          <a:p>
            <a:pPr algn="ctr" indent="0" marL="0">
              <a:buNone/>
            </a:pPr>
            <a:r>
              <a:rPr lang="pt-BR" altLang="en-US" sz="6000" b="1" dirty="0">
                <a:solidFill>
                  <a:srgbClr val="0F0F0F"/>
                </a:solidFill>
                <a:highlight>
                  <a:srgbClr val="B7FF06"/>
                </a:highlight>
                <a:latin typeface="Cascadia Mono" pitchFamily="34" charset="0"/>
                <a:ea typeface="Cascadia Mono" pitchFamily="34" charset="-122"/>
                <a:cs typeface="Cascadia Mono" pitchFamily="34" charset="-120"/>
              </a:rPr>
              <a:t>1</a:t>
            </a:r>
            <a:endParaRPr lang="pt-BR" sz="6000" dirty="0"/>
          </a:p>
        </p:txBody>
      </p:sp>
      <p:sp>
        <p:nvSpPr>
          <p:cNvPr id="7" name="Text 1"/>
          <p:cNvSpPr/>
          <p:nvPr>
            <p:ph idx="107" type="body" hasCustomPrompt="1"/>
          </p:nvPr>
        </p:nvSpPr>
        <p:spPr>
          <a:xfrm>
            <a:off x="3337560" y="2971800"/>
            <a:ext cx="2468880" cy="822960"/>
          </a:xfrm>
          <a:prstGeom prst="rect">
            <a:avLst/>
          </a:prstGeom>
          <a:noFill/>
          <a:ln/>
        </p:spPr>
        <p:txBody>
          <a:bodyPr wrap="square" lIns="0" tIns="0" rIns="0" bIns="0" rtlCol="0" anchor="t">
            <a:normAutofit/>
          </a:bodyPr>
          <a:lstStyle/>
          <a:p>
            <a:pPr algn="ctr" indent="0" marL="0">
              <a:spcAft>
                <a:spcPts val="1000"/>
              </a:spcAft>
              <a:buNone/>
            </a:pPr>
            <a:r>
              <a:rPr lang="pt-BR" altLang="en-US" sz="1800" dirty="0">
                <a:solidFill>
                  <a:schemeClr val="tx1"/>
                </a:solidFill>
              </a:rPr>
              <a:t>ideia por slide</a:t>
            </a:r>
            <a:endParaRPr lang="pt-BR" sz="1800" dirty="0"/>
          </a:p>
        </p:txBody>
      </p:sp>
      <p:sp>
        <p:nvSpPr>
          <p:cNvPr id="8" name="Text 1"/>
          <p:cNvSpPr/>
          <p:nvPr>
            <p:ph idx="108" type="body" hasCustomPrompt="1"/>
          </p:nvPr>
        </p:nvSpPr>
        <p:spPr>
          <a:xfrm>
            <a:off x="6217920" y="1600200"/>
            <a:ext cx="2468880" cy="1280160"/>
          </a:xfrm>
          <a:prstGeom prst="rect">
            <a:avLst/>
          </a:prstGeom>
          <a:noFill/>
          <a:ln/>
        </p:spPr>
        <p:txBody>
          <a:bodyPr wrap="square" lIns="0" tIns="0" rIns="0" bIns="0" rtlCol="0" anchor="b">
            <a:normAutofit/>
          </a:bodyPr>
          <a:lstStyle/>
          <a:p>
            <a:pPr algn="ctr" indent="0" marL="0">
              <a:buNone/>
            </a:pPr>
            <a:r>
              <a:rPr lang="pt-BR" altLang="en-US" sz="6000" b="1" dirty="0">
                <a:solidFill>
                  <a:srgbClr val="0F0F0F"/>
                </a:solidFill>
                <a:highlight>
                  <a:srgbClr val="B7FF06"/>
                </a:highlight>
                <a:latin typeface="Cascadia Mono" pitchFamily="34" charset="0"/>
                <a:ea typeface="Cascadia Mono" pitchFamily="34" charset="-122"/>
                <a:cs typeface="Cascadia Mono" pitchFamily="34" charset="-120"/>
              </a:rPr>
              <a:t>0</a:t>
            </a:r>
            <a:endParaRPr lang="pt-BR" sz="6000" dirty="0"/>
          </a:p>
        </p:txBody>
      </p:sp>
      <p:sp>
        <p:nvSpPr>
          <p:cNvPr id="9" name="Text 1"/>
          <p:cNvSpPr/>
          <p:nvPr>
            <p:ph idx="109" type="body" hasCustomPrompt="1"/>
          </p:nvPr>
        </p:nvSpPr>
        <p:spPr>
          <a:xfrm>
            <a:off x="6217920" y="2971800"/>
            <a:ext cx="2468880" cy="822960"/>
          </a:xfrm>
          <a:prstGeom prst="rect">
            <a:avLst/>
          </a:prstGeom>
          <a:noFill/>
          <a:ln/>
        </p:spPr>
        <p:txBody>
          <a:bodyPr wrap="square" lIns="0" tIns="0" rIns="0" bIns="0" rtlCol="0" anchor="t">
            <a:normAutofit/>
          </a:bodyPr>
          <a:lstStyle/>
          <a:p>
            <a:pPr algn="ctr" indent="0" marL="0">
              <a:spcAft>
                <a:spcPts val="1000"/>
              </a:spcAft>
              <a:buNone/>
            </a:pPr>
            <a:r>
              <a:rPr lang="pt-BR" altLang="en-US" sz="1800" dirty="0">
                <a:solidFill>
                  <a:schemeClr val="tx1"/>
                </a:solidFill>
              </a:rPr>
              <a:t>informações passadas só pela cor</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O código de conduta no palco</a:t>
            </a:r>
            <a:endParaRPr lang="pt-BR" sz="2800" dirty="0"/>
          </a:p>
        </p:txBody>
      </p:sp>
      <p:sp>
        <p:nvSpPr>
          <p:cNvPr id="4" name="Text 3"/>
          <p:cNvSpPr/>
          <p:nvPr>
            <p:ph idx="106" type="body" hasCustomPrompt="1"/>
          </p:nvPr>
        </p:nvSpPr>
        <p:spPr>
          <a:xfrm>
            <a:off x="731520" y="2468880"/>
            <a:ext cx="1981200" cy="594360"/>
          </a:xfrm>
          <a:prstGeom prst="rect">
            <a:avLst/>
          </a:prstGeom>
          <a:noFill/>
          <a:ln/>
        </p:spPr>
        <p:txBody>
          <a:bodyPr wrap="square" lIns="0" tIns="0" rIns="0" bIns="0" rtlCol="0" anchor="t">
            <a:normAutofit/>
          </a:bodyPr>
          <a:lstStyle/>
          <a:p>
            <a:pPr indent="0" marL="0">
              <a:buNone/>
            </a:pPr>
            <a:r>
              <a:rPr lang="pt-BR" altLang="en-US" sz="1800" b="1" dirty="0">
                <a:solidFill>
                  <a:schemeClr val="tx1"/>
                </a:solidFill>
                <a:latin typeface="Cascadia Mono" pitchFamily="34" charset="0"/>
                <a:ea typeface="Cascadia Mono" pitchFamily="34" charset="-122"/>
                <a:cs typeface="Cascadia Mono" pitchFamily="34" charset="-120"/>
              </a:rPr>
              <a:t>Todo público</a:t>
            </a:r>
            <a:endParaRPr lang="pt-BR" sz="1800" dirty="0"/>
          </a:p>
        </p:txBody>
      </p:sp>
      <p:sp>
        <p:nvSpPr>
          <p:cNvPr id="5" name="Text 3"/>
          <p:cNvSpPr/>
          <p:nvPr>
            <p:ph idx="107" type="body" hasCustomPrompt="1"/>
          </p:nvPr>
        </p:nvSpPr>
        <p:spPr>
          <a:xfrm>
            <a:off x="731520" y="3108960"/>
            <a:ext cx="1981200" cy="1188720"/>
          </a:xfrm>
          <a:prstGeom prst="rect">
            <a:avLst/>
          </a:prstGeom>
          <a:noFill/>
          <a:ln/>
        </p:spPr>
        <p:txBody>
          <a:bodyPr wrap="square" lIns="0" tIns="0" rIns="0" bIns="0" rtlCol="0" anchor="t">
            <a:normAutofit/>
          </a:bodyPr>
          <a:lstStyle/>
          <a:p>
            <a:pPr indent="0" marL="0">
              <a:spcAft>
                <a:spcPts val="600"/>
              </a:spcAft>
              <a:buNone/>
            </a:pPr>
            <a:r>
              <a:rPr lang="pt-BR" altLang="en-US" sz="1800" dirty="0">
                <a:solidFill>
                  <a:schemeClr val="tx1"/>
                </a:solidFill>
              </a:rPr>
              <a:t>O público inclui crianças, então o conteúdo é para todas as idades.</a:t>
            </a:r>
            <a:endParaRPr lang="pt-BR" sz="1800" dirty="0"/>
          </a:p>
        </p:txBody>
      </p:sp>
      <p:sp>
        <p:nvSpPr>
          <p:cNvPr id="6" name="Text 5"/>
          <p:cNvSpPr/>
          <p:nvPr>
            <p:ph idx="110" type="body" hasCustomPrompt="1"/>
          </p:nvPr>
        </p:nvSpPr>
        <p:spPr>
          <a:xfrm>
            <a:off x="3581400" y="2468880"/>
            <a:ext cx="1981200" cy="594360"/>
          </a:xfrm>
          <a:prstGeom prst="rect">
            <a:avLst/>
          </a:prstGeom>
          <a:noFill/>
          <a:ln/>
        </p:spPr>
        <p:txBody>
          <a:bodyPr wrap="square" lIns="0" tIns="0" rIns="0" bIns="0" rtlCol="0" anchor="t">
            <a:normAutofit/>
          </a:bodyPr>
          <a:lstStyle/>
          <a:p>
            <a:pPr indent="0" marL="0">
              <a:buNone/>
            </a:pPr>
            <a:r>
              <a:rPr lang="pt-BR" altLang="en-US" sz="1800" b="1" dirty="0">
                <a:solidFill>
                  <a:schemeClr val="tx1"/>
                </a:solidFill>
                <a:latin typeface="Cascadia Mono" pitchFamily="34" charset="0"/>
                <a:ea typeface="Cascadia Mono" pitchFamily="34" charset="-122"/>
                <a:cs typeface="Cascadia Mono" pitchFamily="34" charset="-120"/>
              </a:rPr>
              <a:t>Respeito</a:t>
            </a:r>
            <a:endParaRPr lang="pt-BR" sz="1800" dirty="0"/>
          </a:p>
        </p:txBody>
      </p:sp>
      <p:sp>
        <p:nvSpPr>
          <p:cNvPr id="7" name="Text 5"/>
          <p:cNvSpPr/>
          <p:nvPr>
            <p:ph idx="111" type="body" hasCustomPrompt="1"/>
          </p:nvPr>
        </p:nvSpPr>
        <p:spPr>
          <a:xfrm>
            <a:off x="3581400" y="3108960"/>
            <a:ext cx="1981200" cy="1188720"/>
          </a:xfrm>
          <a:prstGeom prst="rect">
            <a:avLst/>
          </a:prstGeom>
          <a:noFill/>
          <a:ln/>
        </p:spPr>
        <p:txBody>
          <a:bodyPr wrap="square" lIns="0" tIns="0" rIns="0" bIns="0" rtlCol="0" anchor="t">
            <a:normAutofit/>
          </a:bodyPr>
          <a:lstStyle/>
          <a:p>
            <a:pPr indent="0" marL="0">
              <a:spcAft>
                <a:spcPts val="600"/>
              </a:spcAft>
              <a:buNone/>
            </a:pPr>
            <a:r>
              <a:rPr lang="pt-BR" altLang="en-US" sz="1800" dirty="0">
                <a:solidFill>
                  <a:schemeClr val="tx1"/>
                </a:solidFill>
              </a:rPr>
              <a:t>Humor sem alvo e exemplos que incluem todo mundo.</a:t>
            </a:r>
            <a:endParaRPr lang="pt-BR" sz="1800" dirty="0"/>
          </a:p>
        </p:txBody>
      </p:sp>
      <p:sp>
        <p:nvSpPr>
          <p:cNvPr id="8" name="Text 7"/>
          <p:cNvSpPr/>
          <p:nvPr>
            <p:ph idx="114" type="body" hasCustomPrompt="1"/>
          </p:nvPr>
        </p:nvSpPr>
        <p:spPr>
          <a:xfrm>
            <a:off x="6431280" y="2468880"/>
            <a:ext cx="1981200" cy="594360"/>
          </a:xfrm>
          <a:prstGeom prst="rect">
            <a:avLst/>
          </a:prstGeom>
          <a:noFill/>
          <a:ln/>
        </p:spPr>
        <p:txBody>
          <a:bodyPr wrap="square" lIns="0" tIns="0" rIns="0" bIns="0" rtlCol="0" anchor="t">
            <a:normAutofit/>
          </a:bodyPr>
          <a:lstStyle/>
          <a:p>
            <a:pPr indent="0" marL="0">
              <a:buNone/>
            </a:pPr>
            <a:r>
              <a:rPr lang="pt-BR" altLang="en-US" sz="1800" b="1" dirty="0">
                <a:solidFill>
                  <a:schemeClr val="tx1"/>
                </a:solidFill>
                <a:latin typeface="Cascadia Mono" pitchFamily="34" charset="0"/>
                <a:ea typeface="Cascadia Mono" pitchFamily="34" charset="-122"/>
                <a:cs typeface="Cascadia Mono" pitchFamily="34" charset="-120"/>
              </a:rPr>
              <a:t>Dúvidas</a:t>
            </a:r>
            <a:endParaRPr lang="pt-BR" sz="1800" dirty="0"/>
          </a:p>
        </p:txBody>
      </p:sp>
      <p:sp>
        <p:nvSpPr>
          <p:cNvPr id="9" name="Text 7"/>
          <p:cNvSpPr/>
          <p:nvPr>
            <p:ph idx="115" type="body" hasCustomPrompt="1"/>
          </p:nvPr>
        </p:nvSpPr>
        <p:spPr>
          <a:xfrm>
            <a:off x="6431280" y="3108960"/>
            <a:ext cx="1981200" cy="1188720"/>
          </a:xfrm>
          <a:prstGeom prst="rect">
            <a:avLst/>
          </a:prstGeom>
          <a:noFill/>
          <a:ln/>
        </p:spPr>
        <p:txBody>
          <a:bodyPr wrap="square" lIns="0" tIns="0" rIns="0" bIns="0" rtlCol="0" anchor="t">
            <a:normAutofit/>
          </a:bodyPr>
          <a:lstStyle/>
          <a:p>
            <a:pPr indent="0" marL="0">
              <a:spcAft>
                <a:spcPts val="600"/>
              </a:spcAft>
              <a:buNone/>
            </a:pPr>
            <a:r>
              <a:rPr lang="pt-BR" altLang="en-US" sz="1800" dirty="0">
                <a:solidFill>
                  <a:schemeClr val="tx1"/>
                </a:solidFill>
              </a:rPr>
              <a:t>Na dúvida sobre algum conteúdo, a organização ajuda.</a:t>
            </a:r>
            <a:endParaRPr lang="pt-BR" sz="18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0"/>
          <p:cNvSpPr/>
          <p:nvPr>
            <p:ph idx="103" type="title" hasCustomPrompt="1"/>
          </p:nvPr>
        </p:nvSpPr>
        <p:spPr>
          <a:xfrm>
            <a:off x="3657600" y="1188720"/>
            <a:ext cx="5029200" cy="822960"/>
          </a:xfrm>
          <a:prstGeom prst="rect">
            <a:avLst/>
          </a:prstGeom>
          <a:noFill/>
          <a:ln/>
        </p:spPr>
        <p:txBody>
          <a:bodyPr wrap="square" lIns="0" tIns="0" rIns="0" bIns="0" rtlCol="0" anchor="t">
            <a:normAutofit/>
          </a:bodyPr>
          <a:lstStyle/>
          <a:p>
            <a:pPr algn="l" indent="0" marL="0">
              <a:buNone/>
            </a:pPr>
            <a:r>
              <a:rPr lang="pt-BR" altLang="en-US" sz="3000" b="1" dirty="0">
                <a:solidFill>
                  <a:schemeClr val="tx1"/>
                </a:solidFill>
              </a:rPr>
              <a:t>Seu nome aqui</a:t>
            </a:r>
            <a:endParaRPr lang="pt-BR" sz="3000" dirty="0"/>
          </a:p>
        </p:txBody>
      </p:sp>
      <p:sp>
        <p:nvSpPr>
          <p:cNvPr id="4" name="Text 0"/>
          <p:cNvSpPr/>
          <p:nvPr>
            <p:ph idx="104" type="body" hasCustomPrompt="1"/>
          </p:nvPr>
        </p:nvSpPr>
        <p:spPr>
          <a:xfrm>
            <a:off x="3657600" y="2011680"/>
            <a:ext cx="5029200" cy="640080"/>
          </a:xfrm>
          <a:prstGeom prst="rect">
            <a:avLst/>
          </a:prstGeom>
          <a:noFill/>
          <a:ln/>
        </p:spPr>
        <p:txBody>
          <a:bodyPr wrap="square" lIns="0" tIns="0" rIns="0" bIns="0" rtlCol="0" anchor="t">
            <a:normAutofit/>
          </a:bodyPr>
          <a:lstStyle/>
          <a:p>
            <a:pPr indent="0" marL="0">
              <a:buNone/>
            </a:pPr>
            <a:r>
              <a:rPr lang="pt-BR" altLang="en-US" sz="1600" dirty="0">
                <a:solidFill>
                  <a:schemeClr val="tx1"/>
                </a:solidFill>
                <a:latin typeface="Cascadia Mono" pitchFamily="34" charset="0"/>
                <a:ea typeface="Cascadia Mono" pitchFamily="34" charset="-122"/>
                <a:cs typeface="Cascadia Mono" pitchFamily="34" charset="-120"/>
              </a:rPr>
              <a:t>Pronomes, cargo e comunidade</a:t>
            </a:r>
            <a:endParaRPr lang="pt-BR" sz="1600" dirty="0"/>
          </a:p>
        </p:txBody>
      </p:sp>
      <p:sp>
        <p:nvSpPr>
          <p:cNvPr id="5" name="Text 0"/>
          <p:cNvSpPr/>
          <p:nvPr>
            <p:ph idx="105" type="body" hasCustomPrompt="1"/>
          </p:nvPr>
        </p:nvSpPr>
        <p:spPr>
          <a:xfrm>
            <a:off x="3657600" y="2743200"/>
            <a:ext cx="5029200" cy="1645920"/>
          </a:xfrm>
          <a:prstGeom prst="rect">
            <a:avLst/>
          </a:prstGeom>
          <a:noFill/>
          <a:ln/>
        </p:spPr>
        <p:txBody>
          <a:bodyPr wrap="square" lIns="0" tIns="0" rIns="0" bIns="0" rtlCol="0" anchor="t">
            <a:normAutofit/>
          </a:bodyPr>
          <a:lstStyle/>
          <a:p>
            <a:pPr marL="342900" indent="-342900">
              <a:spcAft>
                <a:spcPts val="1000"/>
              </a:spcAft>
              <a:buSzPct val="100000"/>
              <a:buChar char="•"/>
            </a:pPr>
            <a:r>
              <a:rPr lang="pt-BR" altLang="en-US" sz="1800" dirty="0">
                <a:solidFill>
                  <a:schemeClr val="tx1"/>
                </a:solidFill>
              </a:rPr>
              <a:t>Onde o público encontra você</a:t>
            </a:r>
            <a:endParaRPr lang="pt-BR" sz="1800" dirty="0"/>
          </a:p>
          <a:p>
            <a:pPr marL="342900" indent="-342900">
              <a:spcAft>
                <a:spcPts val="1000"/>
              </a:spcAft>
              <a:buSzPct val="100000"/>
              <a:buChar char="•"/>
            </a:pPr>
            <a:r>
              <a:rPr lang="pt-BR" altLang="en-US" sz="1800" dirty="0">
                <a:solidFill>
                  <a:schemeClr val="tx1"/>
                </a:solidFill>
              </a:rPr>
              <a:t>Três fatos, não um currículo</a:t>
            </a:r>
            <a:endParaRPr lang="pt-BR" sz="1800" dirty="0"/>
          </a:p>
          <a:p>
            <a:pPr marL="342900" indent="-342900">
              <a:spcAft>
                <a:spcPts val="1000"/>
              </a:spcAft>
              <a:buSzPct val="100000"/>
              <a:buChar char="•"/>
            </a:pPr>
            <a:r>
              <a:rPr lang="pt-BR" altLang="en-US" sz="1800" dirty="0">
                <a:solidFill>
                  <a:schemeClr val="tx1"/>
                </a:solidFill>
              </a:rPr>
              <a:t>Uma foto recente</a:t>
            </a:r>
            <a:endParaRPr lang="pt-BR" sz="1800" dirty="0"/>
          </a:p>
        </p:txBody>
      </p:sp>
      <p:sp>
        <p:nvSpPr>
          <p:cNvPr id="6" name="Text 0"/>
          <p:cNvSpPr/>
          <p:nvPr>
            <p:ph idx="102" hasCustomPrompt="1"/>
          </p:nvPr>
        </p:nvSpPr>
        <p:spPr>
          <a:xfrm>
            <a:off x="457200" y="1188720"/>
            <a:ext cx="2743200" cy="2743200"/>
          </a:xfrm>
          <a:prstGeom prst="rect">
            <a:avLst/>
          </a:prstGeom>
          <a:solidFill>
            <a:srgbClr val="E8F4BA"/>
          </a:solidFill>
          <a:ln w="12700">
            <a:solidFill>
              <a:srgbClr val="C9D9A0"/>
            </a:solidFill>
          </a:ln>
        </p:spPr>
        <p:txBody>
          <a:bodyPr wrap="square" lIns="0" tIns="0" rIns="0" bIns="0" rtlCol="0" anchor="ctr"/>
          <a:lstStyle/>
          <a:p>
            <a:pPr algn="ctr" indent="0" marL="0">
              <a:buNone/>
            </a:pPr>
            <a:endParaRPr lang="pt-BR" sz="14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tx1"/>
                </a:solidFill>
              </a:rPr>
              <a:t>Contraste das cores deste modelo</a:t>
            </a:r>
            <a:endParaRPr lang="pt-BR" sz="2800" dirty="0"/>
          </a:p>
        </p:txBody>
      </p:sp>
      <p:graphicFrame>
        <p:nvGraphicFramePr>
          <p:cNvPr id="4" name="Chart 0" descr=""/>
          <p:cNvGraphicFramePr/>
          <p:nvPr/>
        </p:nvGraphicFramePr>
        <p:xfrm>
          <a:off x="457200" y="1417320"/>
          <a:ext cx="8229600" cy="2560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4069080"/>
            <a:ext cx="8229600" cy="365760"/>
          </a:xfrm>
          <a:prstGeom prst="rect">
            <a:avLst/>
          </a:prstGeom>
          <a:noFill/>
          <a:ln/>
        </p:spPr>
        <p:txBody>
          <a:bodyPr wrap="square" lIns="0" tIns="0" rIns="0" bIns="0" rtlCol="0" anchor="ctr"/>
          <a:lstStyle/>
          <a:p>
            <a:pPr indent="0" marL="0">
              <a:buNone/>
            </a:pPr>
            <a:r>
              <a:rPr lang="pt-BR" altLang="en-US" sz="1600" dirty="0">
                <a:solidFill>
                  <a:srgbClr val="0F0F0F"/>
                </a:solidFill>
                <a:latin typeface="Inter" pitchFamily="34" charset="0"/>
                <a:ea typeface="Inter" pitchFamily="34" charset="-122"/>
                <a:cs typeface="Inter" pitchFamily="34" charset="-120"/>
              </a:rPr>
              <a:t>Outras cores? Confira o contraste em </a:t>
            </a:r>
            <a:pPr indent="0" marL="0">
              <a:buNone/>
            </a:pPr>
            <a:r>
              <a:rPr lang="pt-BR" altLang="en-US" sz="1600" dirty="0">
                <a:solidFill>
                  <a:srgbClr val="0F0F0F"/>
                </a:solidFill>
                <a:latin typeface="Cascadia Mono" pitchFamily="34" charset="0"/>
                <a:ea typeface="Cascadia Mono" pitchFamily="34" charset="-122"/>
                <a:cs typeface="Cascadia Mono" pitchFamily="34" charset="-120"/>
              </a:rPr>
              <a:t>webaim.org/resources/contrastchecker</a:t>
            </a:r>
            <a:endParaRPr lang="pt-BR" sz="1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0"/>
          <p:cNvSpPr/>
          <p:nvPr>
            <p:ph idx="102" type="title" hasCustomPrompt="1"/>
          </p:nvPr>
        </p:nvSpPr>
        <p:spPr>
          <a:xfrm>
            <a:off x="457200" y="731520"/>
            <a:ext cx="4754880" cy="1280160"/>
          </a:xfrm>
          <a:prstGeom prst="rect">
            <a:avLst/>
          </a:prstGeom>
          <a:noFill/>
          <a:ln/>
        </p:spPr>
        <p:txBody>
          <a:bodyPr wrap="square" lIns="0" tIns="0" rIns="0" bIns="0" rtlCol="0" anchor="b">
            <a:normAutofit/>
          </a:bodyPr>
          <a:lstStyle/>
          <a:p>
            <a:pPr algn="l" indent="0" marL="0">
              <a:buNone/>
            </a:pPr>
            <a:r>
              <a:rPr lang="pt-BR" altLang="en-US" sz="4400" b="1" dirty="0">
                <a:solidFill>
                  <a:schemeClr val="tx1"/>
                </a:solidFill>
              </a:rPr>
              <a:t>Valeu!</a:t>
            </a:r>
            <a:endParaRPr lang="pt-BR" sz="4400" dirty="0"/>
          </a:p>
        </p:txBody>
      </p:sp>
      <p:sp>
        <p:nvSpPr>
          <p:cNvPr id="4" name="Text 0"/>
          <p:cNvSpPr/>
          <p:nvPr>
            <p:ph idx="103" type="body" hasCustomPrompt="1"/>
          </p:nvPr>
        </p:nvSpPr>
        <p:spPr>
          <a:xfrm>
            <a:off x="457200" y="2194560"/>
            <a:ext cx="4754880" cy="2103120"/>
          </a:xfrm>
          <a:prstGeom prst="rect">
            <a:avLst/>
          </a:prstGeom>
          <a:noFill/>
          <a:ln/>
        </p:spPr>
        <p:txBody>
          <a:bodyPr wrap="square" lIns="0" tIns="0" rIns="0" bIns="0" rtlCol="0" anchor="t">
            <a:normAutofit/>
          </a:bodyPr>
          <a:lstStyle/>
          <a:p>
            <a:pPr indent="0" marL="0">
              <a:spcAft>
                <a:spcPts val="1000"/>
              </a:spcAft>
              <a:buNone/>
            </a:pPr>
            <a:r>
              <a:rPr lang="pt-BR" altLang="en-US" sz="2000" b="1" dirty="0">
                <a:solidFill>
                  <a:schemeClr val="tx1"/>
                </a:solidFill>
              </a:rPr>
              <a:t>Ficamos muito felizes por ter você na Python Brasil 2026.</a:t>
            </a:r>
            <a:endParaRPr lang="pt-BR" sz="2000" dirty="0"/>
          </a:p>
          <a:p>
            <a:pPr indent="0" marL="0">
              <a:spcAft>
                <a:spcPts val="1000"/>
              </a:spcAft>
              <a:buNone/>
            </a:pPr>
            <a:r>
              <a:rPr lang="pt-BR" altLang="en-US" sz="2000" dirty="0">
                <a:solidFill>
                  <a:schemeClr val="tx1"/>
                </a:solidFill>
              </a:rPr>
              <a:t>Conte com a gente: estamos aqui para apoiar e torcer por você.</a:t>
            </a:r>
            <a:endParaRPr lang="pt-BR" sz="2000" dirty="0"/>
          </a:p>
          <a:p>
            <a:pPr indent="0" marL="0">
              <a:spcAft>
                <a:spcPts val="1000"/>
              </a:spcAft>
              <a:buNone/>
            </a:pPr>
            <a:r>
              <a:rPr lang="pt-BR" altLang="en-US" sz="1800" dirty="0">
                <a:solidFill>
                  <a:srgbClr val="4A4A4A"/>
                </a:solidFill>
                <a:latin typeface="Cascadia Mono" pitchFamily="34" charset="0"/>
                <a:ea typeface="Cascadia Mono" pitchFamily="34" charset="-122"/>
                <a:cs typeface="Cascadia Mono" pitchFamily="34" charset="-120"/>
              </a:rPr>
              <a:t>Organização da Python Brasil 2026</a:t>
            </a:r>
            <a:endParaRPr lang="pt-BR" sz="2000" dirty="0"/>
          </a:p>
        </p:txBody>
      </p:sp>
      <p:sp>
        <p:nvSpPr>
          <p:cNvPr id="5" name="Text 0"/>
          <p:cNvSpPr/>
          <p:nvPr>
            <p:ph idx="105" type="body" hasCustomPrompt="1"/>
          </p:nvPr>
        </p:nvSpPr>
        <p:spPr>
          <a:xfrm>
            <a:off x="5669280" y="3611880"/>
            <a:ext cx="3017520" cy="411480"/>
          </a:xfrm>
          <a:prstGeom prst="rect">
            <a:avLst/>
          </a:prstGeom>
          <a:noFill/>
          <a:ln/>
        </p:spPr>
        <p:txBody>
          <a:bodyPr wrap="square" lIns="0" tIns="0" rIns="0" bIns="0" rtlCol="0" anchor="t">
            <a:normAutofit/>
          </a:bodyPr>
          <a:lstStyle/>
          <a:p>
            <a:pPr algn="ctr" indent="0" marL="0">
              <a:buNone/>
            </a:pPr>
            <a:r>
              <a:rPr lang="pt-BR" altLang="en-US" sz="1600" dirty="0">
                <a:solidFill>
                  <a:schemeClr val="tx1"/>
                </a:solidFill>
                <a:latin typeface="Cascadia Mono" pitchFamily="34" charset="0"/>
                <a:ea typeface="Cascadia Mono" pitchFamily="34" charset="-122"/>
                <a:cs typeface="Cascadia Mono" pitchFamily="34" charset="-120"/>
              </a:rPr>
              <a:t>2026.pythonbrasil.org.br</a:t>
            </a:r>
            <a:endParaRPr lang="pt-BR" sz="1600" dirty="0"/>
          </a:p>
        </p:txBody>
      </p:sp>
      <p:pic>
        <p:nvPicPr>
          <p:cNvPr id="6" name="Image 0" descr="QR code para https://2026.pythonbrasil.org.br/">    </p:cNvPr>
          <p:cNvPicPr>
            <a:picLocks noChangeAspect="1"/>
          </p:cNvPicPr>
          <p:nvPr>
            <p:ph idx="104" hasCustomPrompt="1"/>
          </p:nvPr>
        </p:nvPicPr>
        <p:blipFill>
          <a:blip r:embed="rId1"/>
          <a:stretch>
            <a:fillRect/>
          </a:stretch>
        </p:blipFill>
        <p:spPr>
          <a:xfrm>
            <a:off x="5669280" y="502920"/>
            <a:ext cx="3017520" cy="3017520"/>
          </a:xfrm>
          <a:prstGeom prst="rect">
            <a:avLst/>
          </a:prstGeom>
        </p:spPr>
      </p:pic>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4A"/>
                </a:solidFill>
                <a:latin typeface="Cascadia Mono"/>
                <a:ea typeface="Cascadia Mono"/>
                <a:cs typeface="Cascadia Mon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ext 1"/>
          <p:cNvSpPr/>
          <p:nvPr>
            <p:ph idx="103" type="title" hasCustomPrompt="1"/>
          </p:nvPr>
        </p:nvSpPr>
        <p:spPr>
          <a:xfrm>
            <a:off x="457200" y="384048"/>
            <a:ext cx="8229600" cy="914400"/>
          </a:xfrm>
          <a:prstGeom prst="rect">
            <a:avLst/>
          </a:prstGeom>
          <a:noFill/>
          <a:ln/>
        </p:spPr>
        <p:txBody>
          <a:bodyPr wrap="square" lIns="0" tIns="0" rIns="0" bIns="0" rtlCol="0" anchor="t">
            <a:normAutofit/>
          </a:bodyPr>
          <a:lstStyle/>
          <a:p>
            <a:pPr algn="l" indent="0" marL="0">
              <a:buNone/>
            </a:pPr>
            <a:r>
              <a:rPr lang="pt-BR" altLang="en-US" sz="2800" b="1" spc="100" cap="all" kern="0" dirty="0">
                <a:solidFill>
                  <a:schemeClr val="bg2"/>
                </a:solidFill>
              </a:rPr>
              <a:t>Figurinhas</a:t>
            </a:r>
            <a:endParaRPr lang="pt-BR" sz="2800" dirty="0"/>
          </a:p>
        </p:txBody>
      </p:sp>
      <p:pic>
        <p:nvPicPr>
          <p:cNvPr id="4" name="Image 0" descr="Logo python brasil com o dragão, versão clara">    </p:cNvPr>
          <p:cNvPicPr>
            <a:picLocks noChangeAspect="1"/>
          </p:cNvPicPr>
          <p:nvPr/>
        </p:nvPicPr>
        <p:blipFill>
          <a:blip r:embed="rId1"/>
          <a:stretch>
            <a:fillRect/>
          </a:stretch>
        </p:blipFill>
        <p:spPr>
          <a:xfrm>
            <a:off x="457200" y="1554480"/>
            <a:ext cx="2377440" cy="1244964"/>
          </a:xfrm>
          <a:prstGeom prst="rect">
            <a:avLst/>
          </a:prstGeom>
        </p:spPr>
      </p:pic>
      <p:pic>
        <p:nvPicPr>
          <p:cNvPr id="5" name="Image 1" descr="Adesivo da bruxinha surfista com contorno limão">    </p:cNvPr>
          <p:cNvPicPr>
            <a:picLocks noChangeAspect="1"/>
          </p:cNvPicPr>
          <p:nvPr/>
        </p:nvPicPr>
        <p:blipFill>
          <a:blip r:embed="rId2"/>
          <a:stretch>
            <a:fillRect/>
          </a:stretch>
        </p:blipFill>
        <p:spPr>
          <a:xfrm>
            <a:off x="3246120" y="1463040"/>
            <a:ext cx="1463040" cy="1325064"/>
          </a:xfrm>
          <a:prstGeom prst="rect">
            <a:avLst/>
          </a:prstGeom>
        </p:spPr>
      </p:pic>
      <p:pic>
        <p:nvPicPr>
          <p:cNvPr id="6" name="Image 2" descr="Bruxinha surfista, versão clara">    </p:cNvPr>
          <p:cNvPicPr>
            <a:picLocks noChangeAspect="1"/>
          </p:cNvPicPr>
          <p:nvPr/>
        </p:nvPicPr>
        <p:blipFill>
          <a:blip r:embed="rId3"/>
          <a:stretch>
            <a:fillRect/>
          </a:stretch>
        </p:blipFill>
        <p:spPr>
          <a:xfrm>
            <a:off x="5029200" y="1554480"/>
            <a:ext cx="1325880" cy="1194123"/>
          </a:xfrm>
          <a:prstGeom prst="rect">
            <a:avLst/>
          </a:prstGeom>
        </p:spPr>
      </p:pic>
      <p:pic>
        <p:nvPicPr>
          <p:cNvPr id="7" name="Image 3" descr="Dragão da Python Brasil 2026">    </p:cNvPr>
          <p:cNvPicPr>
            <a:picLocks noChangeAspect="1"/>
          </p:cNvPicPr>
          <p:nvPr/>
        </p:nvPicPr>
        <p:blipFill>
          <a:blip r:embed="rId4"/>
          <a:stretch>
            <a:fillRect/>
          </a:stretch>
        </p:blipFill>
        <p:spPr>
          <a:xfrm>
            <a:off x="6858000" y="1417320"/>
            <a:ext cx="1097280" cy="1389778"/>
          </a:xfrm>
          <a:prstGeom prst="rect">
            <a:avLst/>
          </a:prstGeom>
        </p:spPr>
      </p:pic>
      <p:sp>
        <p:nvSpPr>
          <p:cNvPr id="8" name="Fundo claro do logo"/>
          <p:cNvSpPr/>
          <p:nvPr/>
        </p:nvSpPr>
        <p:spPr>
          <a:xfrm>
            <a:off x="457200" y="3063240"/>
            <a:ext cx="2377440" cy="1371600"/>
          </a:xfrm>
          <a:prstGeom prst="roundRect">
            <a:avLst>
              <a:gd name="adj" fmla="val 5333"/>
            </a:avLst>
          </a:prstGeom>
          <a:solidFill>
            <a:srgbClr val="FFFFFF"/>
          </a:solidFill>
          <a:ln w="12700">
            <a:solidFill>
              <a:srgbClr val="FFFFFF"/>
            </a:solidFill>
            <a:prstDash val="solid"/>
          </a:ln>
        </p:spPr>
      </p:sp>
      <p:pic>
        <p:nvPicPr>
          <p:cNvPr id="9" name="Image 4" descr="Logo python brasil com o dragão, versão escura">    </p:cNvPr>
          <p:cNvPicPr>
            <a:picLocks noChangeAspect="1"/>
          </p:cNvPicPr>
          <p:nvPr/>
        </p:nvPicPr>
        <p:blipFill>
          <a:blip r:embed="rId5"/>
          <a:stretch>
            <a:fillRect/>
          </a:stretch>
        </p:blipFill>
        <p:spPr>
          <a:xfrm>
            <a:off x="640080" y="3154680"/>
            <a:ext cx="2011680" cy="1053431"/>
          </a:xfrm>
          <a:prstGeom prst="rect">
            <a:avLst/>
          </a:prstGeom>
        </p:spPr>
      </p:pic>
      <p:pic>
        <p:nvPicPr>
          <p:cNvPr id="10" name="Image 5" descr="Círculo pixelado limão para marcar uma palavra">    </p:cNvPr>
          <p:cNvPicPr>
            <a:picLocks noChangeAspect="1"/>
          </p:cNvPicPr>
          <p:nvPr/>
        </p:nvPicPr>
        <p:blipFill>
          <a:blip r:embed="rId6"/>
          <a:stretch>
            <a:fillRect/>
          </a:stretch>
        </p:blipFill>
        <p:spPr>
          <a:xfrm>
            <a:off x="3154680" y="3154680"/>
            <a:ext cx="1920240" cy="1152144"/>
          </a:xfrm>
          <a:prstGeom prst="rect">
            <a:avLst/>
          </a:prstGeom>
        </p:spPr>
      </p:pic>
      <p:sp>
        <p:nvSpPr>
          <p:cNvPr id="11" name="Text 2"/>
          <p:cNvSpPr txBox="1"/>
          <p:nvPr/>
        </p:nvSpPr>
        <p:spPr>
          <a:xfrm>
            <a:off x="3154680" y="3154680"/>
            <a:ext cx="1920240" cy="1152144"/>
          </a:xfrm>
          <a:prstGeom prst="rect">
            <a:avLst/>
          </a:prstGeom>
          <a:noFill/>
          <a:ln/>
        </p:spPr>
        <p:txBody>
          <a:bodyPr wrap="square" lIns="0" tIns="0" rIns="0" bIns="0" rtlCol="0" anchor="ctr"/>
          <a:lstStyle/>
          <a:p>
            <a:pPr algn="ctr" indent="0" marL="0">
              <a:buNone/>
            </a:pPr>
            <a:r>
              <a:rPr lang="pt-BR" altLang="en-US" sz="2000" b="1" dirty="0">
                <a:solidFill>
                  <a:srgbClr val="E8F4BA"/>
                </a:solidFill>
                <a:latin typeface="Cascadia Mono" pitchFamily="34" charset="0"/>
                <a:ea typeface="Cascadia Mono" pitchFamily="34" charset="-122"/>
                <a:cs typeface="Cascadia Mono" pitchFamily="34" charset="-120"/>
              </a:rPr>
              <a:t>olha aqui</a:t>
            </a:r>
            <a:endParaRPr lang="pt-BR" sz="2000" dirty="0"/>
          </a:p>
        </p:txBody>
      </p:sp>
      <p:pic>
        <p:nvPicPr>
          <p:cNvPr id="12" name="Image 6" descr="Figurinha do mago digitando no teclado, com contorno limão">    </p:cNvPr>
          <p:cNvPicPr>
            <a:picLocks noChangeAspect="1"/>
          </p:cNvPicPr>
          <p:nvPr/>
        </p:nvPicPr>
        <p:blipFill>
          <a:blip r:embed="rId7"/>
          <a:stretch>
            <a:fillRect/>
          </a:stretch>
        </p:blipFill>
        <p:spPr>
          <a:xfrm>
            <a:off x="7589520" y="3017520"/>
            <a:ext cx="1116428" cy="1463040"/>
          </a:xfrm>
          <a:prstGeom prst="rect">
            <a:avLst/>
          </a:prstGeom>
        </p:spPr>
      </p:pic>
      <p:sp>
        <p:nvSpPr>
          <p:cNvPr id="13" name="Marca-texto limão"/>
          <p:cNvSpPr/>
          <p:nvPr/>
        </p:nvSpPr>
        <p:spPr>
          <a:xfrm>
            <a:off x="5257800" y="3474720"/>
            <a:ext cx="2103120" cy="548640"/>
          </a:xfrm>
          <a:prstGeom prst="rect">
            <a:avLst/>
          </a:prstGeom>
          <a:solidFill>
            <a:srgbClr val="B7FF06"/>
          </a:solidFill>
          <a:ln>
            <a:solidFill>
              <a:srgbClr val="B7FF06"/>
            </a:solidFill>
          </a:ln>
        </p:spPr>
        <p:txBody>
          <a:bodyPr wrap="square" lIns="0" tIns="0" rIns="0" bIns="0" rtlCol="0" anchor="ctr"/>
          <a:lstStyle/>
          <a:p>
            <a:pPr algn="ctr" indent="0" marL="0">
              <a:buNone/>
            </a:pPr>
            <a:r>
              <a:rPr lang="pt-BR" altLang="en-US" sz="2600" b="1" dirty="0">
                <a:solidFill>
                  <a:srgbClr val="0F0F0F"/>
                </a:solidFill>
                <a:latin typeface="Cascadia Mono" pitchFamily="34" charset="0"/>
                <a:ea typeface="Cascadia Mono" pitchFamily="34" charset="-122"/>
                <a:cs typeface="Cascadia Mono" pitchFamily="34" charset="-120"/>
              </a:rPr>
              <a:t>marca-texto</a:t>
            </a:r>
            <a:endParaRPr lang="pt-BR" sz="2600" dirty="0"/>
          </a:p>
        </p:txBody>
      </p:sp>
      <p:sp>
        <p:nvSpPr>
          <p:cNvPr id="25" name="Slide Number Placeholder 0"/>
          <p:cNvSpPr>
            <a:spLocks noGrp="1"/>
          </p:cNvSpPr>
          <p:nvPr>
            <p:ph type="sldNum" sz="quarter" idx="4294967295"/>
          </p:nvPr>
        </p:nvSpPr>
        <p:spPr>
          <a:xfrm>
            <a:off x="8138160" y="4645152"/>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8A8A8"/>
                </a:solidFill>
                <a:latin typeface="Cascadia Mono"/>
                <a:ea typeface="Cascadia Mono"/>
                <a:cs typeface="Cascadia Mono"/>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Python Brasil 2026">
  <a:themeElements>
    <a:clrScheme name="Python Brasil 2026">
      <a:dk1>
        <a:srgbClr val="0F0F0F"/>
      </a:dk1>
      <a:lt1>
        <a:srgbClr val="F0F8FF"/>
      </a:lt1>
      <a:dk2>
        <a:srgbClr val="1A1A1A"/>
      </a:dk2>
      <a:lt2>
        <a:srgbClr val="E8F4BA"/>
      </a:lt2>
      <a:accent1>
        <a:srgbClr val="B7FF06"/>
      </a:accent1>
      <a:accent2>
        <a:srgbClr val="C95FB4"/>
      </a:accent2>
      <a:accent3>
        <a:srgbClr val="3F6300"/>
      </a:accent3>
      <a:accent4>
        <a:srgbClr val="7A2F6B"/>
      </a:accent4>
      <a:accent5>
        <a:srgbClr val="A8A8A8"/>
      </a:accent5>
      <a:accent6>
        <a:srgbClr val="4A4A4A"/>
      </a:accent6>
      <a:hlink>
        <a:srgbClr val="C95FB4"/>
      </a:hlink>
      <a:folHlink>
        <a:srgbClr val="7A2F6B"/>
      </a:folHlink>
    </a:clrScheme>
    <a:fontScheme name="Python Brasil 2026">
      <a:majorFont>
        <a:latin typeface="Cascadia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Python Brasil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Brasil 2026: modelo de apresentação</dc:title>
  <dc:subject>Modelo de slides para palestrantes e organização da Python Brasil 2026</dc:subject>
  <dc:creator>Comunidade Python Brasil</dc:creator>
  <cp:lastModifiedBy>Comunidade Python Brasil</cp:lastModifiedBy>
  <cp:revision>1</cp:revision>
  <dcterms:created xsi:type="dcterms:W3CDTF">2026-10-03T20:19:52Z</dcterms:created>
  <dcterms:modified xsi:type="dcterms:W3CDTF">2026-10-03T20:19:52Z</dcterms:modified>
</cp:coreProperties>
</file>